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28F"/>
    <a:srgbClr val="FFCE43"/>
    <a:srgbClr val="FFC111"/>
    <a:srgbClr val="CC9900"/>
    <a:srgbClr val="FF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AF44BC-1F16-49E2-F80A-CD4BFCA04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BDE64F-B0F7-F5C8-20B9-0AC4DB480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A1993-BFEC-ABE4-118A-4E06DA7C3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7C8E-7FB0-4646-91BC-45FC4C7E155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5D8EE4-D40C-03D1-C8BE-92336353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86AD81-A5C8-1EA5-A6D7-B1CB39648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DCC-D6DE-41EC-A06C-97FFE5A2B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589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05D1DB-1957-83DB-9BF2-E95CC5B5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93FDC4-DA3D-90A4-5D9E-624DD0128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996A7-C909-E026-4760-64A881D4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7C8E-7FB0-4646-91BC-45FC4C7E155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AA0014-235E-A095-3495-37246F67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6187C7-13C7-80A6-6BE2-1FA8E204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DCC-D6DE-41EC-A06C-97FFE5A2B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17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589BB-FD6F-1F2C-6AA8-73362014E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D47EA2-FB39-B835-2457-849AFAB3C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B83789-22B1-78FF-5BE2-1B538FDD1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7C8E-7FB0-4646-91BC-45FC4C7E155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69315-667F-73ED-3FE9-67BBD546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7AEB8A-140F-74C0-27CC-3DE477767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DCC-D6DE-41EC-A06C-97FFE5A2B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914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79EA4-2D97-392E-ACB7-CFDD994E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F6F8B3-E154-8671-B40C-7FF31CD6D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BDA704-DBA1-172B-153A-82F2EB982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073354-FD3A-E32F-D2A0-B45FDB54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7C8E-7FB0-4646-91BC-45FC4C7E155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8D6BBF-482D-1453-B557-E2F2B164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879C53-9346-626C-BC96-42FBFC15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DCC-D6DE-41EC-A06C-97FFE5A2B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11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0EF80-6D2A-46E8-D996-B68D0E71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51AA54-829E-D0EC-039D-C6FCD66D8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731BA9-3137-263B-7BA3-6F1D3EEDF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692813-D208-B922-AE3D-D9E088F5B3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B47CB7-9319-4A83-2883-CBEA4D460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44B52B-C84B-DD22-E050-73E5968D0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7C8E-7FB0-4646-91BC-45FC4C7E155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E7AD2FA-386E-F895-4C27-5C92EDE0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F30A2A-ACC2-2A60-4BD5-5AC5F254F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DCC-D6DE-41EC-A06C-97FFE5A2B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363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B410D-24AF-4AC6-E468-3FCD4FD6F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366A6B-13A7-F22F-6E10-4A6B9D9B7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7C8E-7FB0-4646-91BC-45FC4C7E155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A46184-34E1-147E-A6E0-7A6C9F077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F43CCF-8E89-C1A6-0004-F1FBF5F9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DCC-D6DE-41EC-A06C-97FFE5A2B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303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57CD0D-F5BF-E061-A82D-2711C473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7C8E-7FB0-4646-91BC-45FC4C7E155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5D9E23-0482-4C92-8946-8CE1A80E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D813F1-6522-F990-7F02-D3C323DC1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DCC-D6DE-41EC-A06C-97FFE5A2B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47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B1736-BA11-B539-4DA2-C8D82760E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5B6AB0-07BB-E8F1-29E4-2526FFCD3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897420-611A-0F8B-817B-235DA2F12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5512D3-B5E1-1718-C626-CB965409C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7C8E-7FB0-4646-91BC-45FC4C7E155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39C019-8528-BFD5-9829-E5C817365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200326-D81C-FFD1-ACB1-4CB4A903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DCC-D6DE-41EC-A06C-97FFE5A2B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22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5699A7-D665-A99F-AA61-BF15AF420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95A17C7-F9B1-D08A-CEB0-782F959AE2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F352AE-1F97-1F1E-9EE5-4ADCBB60B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31943-C2AF-52D8-A1A4-67B3554D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7C8E-7FB0-4646-91BC-45FC4C7E155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931613-48C5-AC30-AD9F-345EFCB6A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9A462-B3A5-4E1C-0A6D-9F95C9D9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DCC-D6DE-41EC-A06C-97FFE5A2B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159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814F4-4715-F8DF-4649-5B977957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B9F956-F51B-CD29-3639-4C93CFA7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DEB796-F399-4219-33F1-7644E2F8E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7C8E-7FB0-4646-91BC-45FC4C7E155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1C343F-9E01-B96F-9AE1-15A7007B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B40BAC-2E19-1F4E-C70A-D230E22BC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DCC-D6DE-41EC-A06C-97FFE5A2B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79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67C6AF-520F-17C6-43C3-BD4798AF7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BC3C7D-4543-C20F-9EE1-6FDCFF000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29A4EC-A128-7587-679B-5C7CBF7AB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7C8E-7FB0-4646-91BC-45FC4C7E155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13690C-75A2-4162-AEAF-0404C9C4E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77BBAF-AE2B-CC4D-C08C-948320C8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FDCC-D6DE-41EC-A06C-97FFE5A2B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769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20872D-57BC-E94E-13C6-786F725FC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50B6DE-71CA-2036-11B2-B5D3A37CF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A6B2C3-5232-8CE6-F84D-AFCE184D2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E7C8E-7FB0-4646-91BC-45FC4C7E155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4924E0-38A4-E009-16C4-688AE6A4F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6138F3-0A96-8027-A35F-B74AF0694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62FDCC-D6DE-41EC-A06C-97FFE5A2B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31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>
            <a:extLst>
              <a:ext uri="{FF2B5EF4-FFF2-40B4-BE49-F238E27FC236}">
                <a16:creationId xmlns:a16="http://schemas.microsoft.com/office/drawing/2014/main" id="{573885ED-C31D-5F48-EF31-E65509F65F82}"/>
              </a:ext>
            </a:extLst>
          </p:cNvPr>
          <p:cNvGrpSpPr/>
          <p:nvPr/>
        </p:nvGrpSpPr>
        <p:grpSpPr>
          <a:xfrm>
            <a:off x="344129" y="393290"/>
            <a:ext cx="7403690" cy="6135329"/>
            <a:chOff x="344129" y="393290"/>
            <a:chExt cx="7403690" cy="6135329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2AFD95C5-DABB-F754-92A5-01E2BECFEC5D}"/>
                </a:ext>
              </a:extLst>
            </p:cNvPr>
            <p:cNvSpPr/>
            <p:nvPr/>
          </p:nvSpPr>
          <p:spPr>
            <a:xfrm>
              <a:off x="344129" y="393290"/>
              <a:ext cx="7403690" cy="61353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: 一个圆顶角，剪去另一个顶角 3">
              <a:extLst>
                <a:ext uri="{FF2B5EF4-FFF2-40B4-BE49-F238E27FC236}">
                  <a16:creationId xmlns:a16="http://schemas.microsoft.com/office/drawing/2014/main" id="{0CD79B5C-3774-EC74-F39F-A4FD1BBEAB9B}"/>
                </a:ext>
              </a:extLst>
            </p:cNvPr>
            <p:cNvSpPr/>
            <p:nvPr/>
          </p:nvSpPr>
          <p:spPr>
            <a:xfrm>
              <a:off x="619433" y="597309"/>
              <a:ext cx="421573" cy="7079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5" name="矩形: 一个圆顶角，剪去另一个顶角 4">
              <a:extLst>
                <a:ext uri="{FF2B5EF4-FFF2-40B4-BE49-F238E27FC236}">
                  <a16:creationId xmlns:a16="http://schemas.microsoft.com/office/drawing/2014/main" id="{CC1EE40C-319C-5C34-9A86-62492F590BA2}"/>
                </a:ext>
              </a:extLst>
            </p:cNvPr>
            <p:cNvSpPr/>
            <p:nvPr/>
          </p:nvSpPr>
          <p:spPr>
            <a:xfrm>
              <a:off x="1041006" y="597309"/>
              <a:ext cx="421573" cy="70792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6" name="矩形: 一个圆顶角，剪去另一个顶角 5">
              <a:extLst>
                <a:ext uri="{FF2B5EF4-FFF2-40B4-BE49-F238E27FC236}">
                  <a16:creationId xmlns:a16="http://schemas.microsoft.com/office/drawing/2014/main" id="{950DFD3C-950C-4319-C34B-D25E00FE17FE}"/>
                </a:ext>
              </a:extLst>
            </p:cNvPr>
            <p:cNvSpPr/>
            <p:nvPr/>
          </p:nvSpPr>
          <p:spPr>
            <a:xfrm>
              <a:off x="1462579" y="597309"/>
              <a:ext cx="421573" cy="7079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7" name="矩形: 一个圆顶角，剪去另一个顶角 6">
              <a:extLst>
                <a:ext uri="{FF2B5EF4-FFF2-40B4-BE49-F238E27FC236}">
                  <a16:creationId xmlns:a16="http://schemas.microsoft.com/office/drawing/2014/main" id="{4AFEBAAD-1CDE-A50D-845C-7B6966496561}"/>
                </a:ext>
              </a:extLst>
            </p:cNvPr>
            <p:cNvSpPr/>
            <p:nvPr/>
          </p:nvSpPr>
          <p:spPr>
            <a:xfrm>
              <a:off x="1884152" y="597309"/>
              <a:ext cx="421573" cy="70792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8" name="矩形: 一个圆顶角，剪去另一个顶角 7">
              <a:extLst>
                <a:ext uri="{FF2B5EF4-FFF2-40B4-BE49-F238E27FC236}">
                  <a16:creationId xmlns:a16="http://schemas.microsoft.com/office/drawing/2014/main" id="{6D7B2F52-6C7F-B321-B93B-57AC91B318F3}"/>
                </a:ext>
              </a:extLst>
            </p:cNvPr>
            <p:cNvSpPr/>
            <p:nvPr/>
          </p:nvSpPr>
          <p:spPr>
            <a:xfrm>
              <a:off x="2305725" y="597309"/>
              <a:ext cx="421573" cy="7079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9" name="矩形: 一个圆顶角，剪去另一个顶角 8">
              <a:extLst>
                <a:ext uri="{FF2B5EF4-FFF2-40B4-BE49-F238E27FC236}">
                  <a16:creationId xmlns:a16="http://schemas.microsoft.com/office/drawing/2014/main" id="{65BF53AA-491E-B66B-22F2-0AAC9A65C867}"/>
                </a:ext>
              </a:extLst>
            </p:cNvPr>
            <p:cNvSpPr/>
            <p:nvPr/>
          </p:nvSpPr>
          <p:spPr>
            <a:xfrm>
              <a:off x="2727298" y="597309"/>
              <a:ext cx="421573" cy="707924"/>
            </a:xfrm>
            <a:prstGeom prst="rect">
              <a:avLst/>
            </a:prstGeom>
            <a:solidFill>
              <a:srgbClr val="CC99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0" name="矩形: 一个圆顶角，剪去另一个顶角 9">
              <a:extLst>
                <a:ext uri="{FF2B5EF4-FFF2-40B4-BE49-F238E27FC236}">
                  <a16:creationId xmlns:a16="http://schemas.microsoft.com/office/drawing/2014/main" id="{4AB0610E-2263-E830-37C7-34E2C4593B1B}"/>
                </a:ext>
              </a:extLst>
            </p:cNvPr>
            <p:cNvSpPr/>
            <p:nvPr/>
          </p:nvSpPr>
          <p:spPr>
            <a:xfrm>
              <a:off x="3148871" y="597309"/>
              <a:ext cx="421573" cy="70792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2" name="矩形: 一个圆顶角，剪去另一个顶角 11">
              <a:extLst>
                <a:ext uri="{FF2B5EF4-FFF2-40B4-BE49-F238E27FC236}">
                  <a16:creationId xmlns:a16="http://schemas.microsoft.com/office/drawing/2014/main" id="{E24A3232-F0B6-861F-AE60-E5D44E31C272}"/>
                </a:ext>
              </a:extLst>
            </p:cNvPr>
            <p:cNvSpPr/>
            <p:nvPr/>
          </p:nvSpPr>
          <p:spPr>
            <a:xfrm>
              <a:off x="619433" y="3679722"/>
              <a:ext cx="421573" cy="7079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3" name="矩形: 一个圆顶角，剪去另一个顶角 12">
              <a:extLst>
                <a:ext uri="{FF2B5EF4-FFF2-40B4-BE49-F238E27FC236}">
                  <a16:creationId xmlns:a16="http://schemas.microsoft.com/office/drawing/2014/main" id="{CE7F9615-39F6-3C49-9944-E04B9609B609}"/>
                </a:ext>
              </a:extLst>
            </p:cNvPr>
            <p:cNvSpPr/>
            <p:nvPr/>
          </p:nvSpPr>
          <p:spPr>
            <a:xfrm>
              <a:off x="1041006" y="3679722"/>
              <a:ext cx="421573" cy="7079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4" name="矩形: 一个圆顶角，剪去另一个顶角 13">
              <a:extLst>
                <a:ext uri="{FF2B5EF4-FFF2-40B4-BE49-F238E27FC236}">
                  <a16:creationId xmlns:a16="http://schemas.microsoft.com/office/drawing/2014/main" id="{1B471E5E-D0E4-F421-9FA3-EE5988111E45}"/>
                </a:ext>
              </a:extLst>
            </p:cNvPr>
            <p:cNvSpPr/>
            <p:nvPr/>
          </p:nvSpPr>
          <p:spPr>
            <a:xfrm>
              <a:off x="1462579" y="3679722"/>
              <a:ext cx="421573" cy="70792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5" name="矩形: 一个圆顶角，剪去另一个顶角 14">
              <a:extLst>
                <a:ext uri="{FF2B5EF4-FFF2-40B4-BE49-F238E27FC236}">
                  <a16:creationId xmlns:a16="http://schemas.microsoft.com/office/drawing/2014/main" id="{756D8950-1E35-70F2-5992-3ACDE0CB23F2}"/>
                </a:ext>
              </a:extLst>
            </p:cNvPr>
            <p:cNvSpPr/>
            <p:nvPr/>
          </p:nvSpPr>
          <p:spPr>
            <a:xfrm>
              <a:off x="1884152" y="3679722"/>
              <a:ext cx="421573" cy="707924"/>
            </a:xfrm>
            <a:prstGeom prst="rect">
              <a:avLst/>
            </a:prstGeom>
            <a:solidFill>
              <a:srgbClr val="FFE28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6" name="矩形: 一个圆顶角，剪去另一个顶角 15">
              <a:extLst>
                <a:ext uri="{FF2B5EF4-FFF2-40B4-BE49-F238E27FC236}">
                  <a16:creationId xmlns:a16="http://schemas.microsoft.com/office/drawing/2014/main" id="{42BA045D-52A7-29CF-80B9-97DA963D9DAE}"/>
                </a:ext>
              </a:extLst>
            </p:cNvPr>
            <p:cNvSpPr/>
            <p:nvPr/>
          </p:nvSpPr>
          <p:spPr>
            <a:xfrm>
              <a:off x="2305725" y="3679722"/>
              <a:ext cx="421573" cy="707924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7" name="矩形: 一个圆顶角，剪去另一个顶角 16">
              <a:extLst>
                <a:ext uri="{FF2B5EF4-FFF2-40B4-BE49-F238E27FC236}">
                  <a16:creationId xmlns:a16="http://schemas.microsoft.com/office/drawing/2014/main" id="{2EFE09CF-92D5-CB82-0C38-7F882DFA138E}"/>
                </a:ext>
              </a:extLst>
            </p:cNvPr>
            <p:cNvSpPr/>
            <p:nvPr/>
          </p:nvSpPr>
          <p:spPr>
            <a:xfrm>
              <a:off x="2727298" y="3679722"/>
              <a:ext cx="421573" cy="707924"/>
            </a:xfrm>
            <a:prstGeom prst="rect">
              <a:avLst/>
            </a:prstGeom>
            <a:solidFill>
              <a:srgbClr val="CC99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8" name="矩形: 一个圆顶角，剪去另一个顶角 17">
              <a:extLst>
                <a:ext uri="{FF2B5EF4-FFF2-40B4-BE49-F238E27FC236}">
                  <a16:creationId xmlns:a16="http://schemas.microsoft.com/office/drawing/2014/main" id="{ED24C0E5-A4AA-80CD-DCE4-9B4116C58A3C}"/>
                </a:ext>
              </a:extLst>
            </p:cNvPr>
            <p:cNvSpPr/>
            <p:nvPr/>
          </p:nvSpPr>
          <p:spPr>
            <a:xfrm>
              <a:off x="3148871" y="3679722"/>
              <a:ext cx="421573" cy="70792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2" name="矩形: 一个圆顶角，剪去另一个顶角 21">
              <a:extLst>
                <a:ext uri="{FF2B5EF4-FFF2-40B4-BE49-F238E27FC236}">
                  <a16:creationId xmlns:a16="http://schemas.microsoft.com/office/drawing/2014/main" id="{5F3B3CB3-C81C-0F34-4E66-1AFC86B8D1C5}"/>
                </a:ext>
              </a:extLst>
            </p:cNvPr>
            <p:cNvSpPr/>
            <p:nvPr/>
          </p:nvSpPr>
          <p:spPr>
            <a:xfrm>
              <a:off x="2181606" y="2470353"/>
              <a:ext cx="421573" cy="707924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3" name="矩形: 一个圆顶角，剪去另一个顶角 22">
              <a:extLst>
                <a:ext uri="{FF2B5EF4-FFF2-40B4-BE49-F238E27FC236}">
                  <a16:creationId xmlns:a16="http://schemas.microsoft.com/office/drawing/2014/main" id="{95902527-A010-8297-5459-0CA8F191CE97}"/>
                </a:ext>
              </a:extLst>
            </p:cNvPr>
            <p:cNvSpPr/>
            <p:nvPr/>
          </p:nvSpPr>
          <p:spPr>
            <a:xfrm>
              <a:off x="2603179" y="2470353"/>
              <a:ext cx="421573" cy="70792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4" name="矩形: 一个圆顶角，剪去另一个顶角 23">
              <a:extLst>
                <a:ext uri="{FF2B5EF4-FFF2-40B4-BE49-F238E27FC236}">
                  <a16:creationId xmlns:a16="http://schemas.microsoft.com/office/drawing/2014/main" id="{E7BA8FE6-029C-D016-D3A0-39622416D8C9}"/>
                </a:ext>
              </a:extLst>
            </p:cNvPr>
            <p:cNvSpPr/>
            <p:nvPr/>
          </p:nvSpPr>
          <p:spPr>
            <a:xfrm>
              <a:off x="3024752" y="2470353"/>
              <a:ext cx="421573" cy="707924"/>
            </a:xfrm>
            <a:prstGeom prst="rect">
              <a:avLst/>
            </a:prstGeom>
            <a:solidFill>
              <a:srgbClr val="FFCE43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5" name="矩形: 一个圆顶角，剪去另一个顶角 24">
              <a:extLst>
                <a:ext uri="{FF2B5EF4-FFF2-40B4-BE49-F238E27FC236}">
                  <a16:creationId xmlns:a16="http://schemas.microsoft.com/office/drawing/2014/main" id="{A20C82D2-FD00-E57F-D10A-7427AFFDC3F7}"/>
                </a:ext>
              </a:extLst>
            </p:cNvPr>
            <p:cNvSpPr/>
            <p:nvPr/>
          </p:nvSpPr>
          <p:spPr>
            <a:xfrm>
              <a:off x="3446325" y="2470353"/>
              <a:ext cx="421573" cy="7079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6" name="矩形: 一个圆顶角，剪去另一个顶角 25">
              <a:extLst>
                <a:ext uri="{FF2B5EF4-FFF2-40B4-BE49-F238E27FC236}">
                  <a16:creationId xmlns:a16="http://schemas.microsoft.com/office/drawing/2014/main" id="{496D7D8C-AC77-074B-8A22-03148D5BE200}"/>
                </a:ext>
              </a:extLst>
            </p:cNvPr>
            <p:cNvSpPr/>
            <p:nvPr/>
          </p:nvSpPr>
          <p:spPr>
            <a:xfrm>
              <a:off x="3867898" y="2470353"/>
              <a:ext cx="421573" cy="707924"/>
            </a:xfrm>
            <a:prstGeom prst="rect">
              <a:avLst/>
            </a:prstGeom>
            <a:solidFill>
              <a:srgbClr val="FFCE43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9" name="矩形: 一个圆顶角，剪去另一个顶角 28">
              <a:extLst>
                <a:ext uri="{FF2B5EF4-FFF2-40B4-BE49-F238E27FC236}">
                  <a16:creationId xmlns:a16="http://schemas.microsoft.com/office/drawing/2014/main" id="{5E6AEA0D-4B40-6AF7-F079-DD196BDBF519}"/>
                </a:ext>
              </a:extLst>
            </p:cNvPr>
            <p:cNvSpPr/>
            <p:nvPr/>
          </p:nvSpPr>
          <p:spPr>
            <a:xfrm>
              <a:off x="1760033" y="5552766"/>
              <a:ext cx="421573" cy="70792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30" name="矩形: 一个圆顶角，剪去另一个顶角 29">
              <a:extLst>
                <a:ext uri="{FF2B5EF4-FFF2-40B4-BE49-F238E27FC236}">
                  <a16:creationId xmlns:a16="http://schemas.microsoft.com/office/drawing/2014/main" id="{27D111E5-AE4C-4844-8B7B-13E42CD0904E}"/>
                </a:ext>
              </a:extLst>
            </p:cNvPr>
            <p:cNvSpPr/>
            <p:nvPr/>
          </p:nvSpPr>
          <p:spPr>
            <a:xfrm>
              <a:off x="2181606" y="5552766"/>
              <a:ext cx="421573" cy="707924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31" name="矩形: 一个圆顶角，剪去另一个顶角 30">
              <a:extLst>
                <a:ext uri="{FF2B5EF4-FFF2-40B4-BE49-F238E27FC236}">
                  <a16:creationId xmlns:a16="http://schemas.microsoft.com/office/drawing/2014/main" id="{F265863A-713C-0067-D6DF-3EAC1C6236B4}"/>
                </a:ext>
              </a:extLst>
            </p:cNvPr>
            <p:cNvSpPr/>
            <p:nvPr/>
          </p:nvSpPr>
          <p:spPr>
            <a:xfrm>
              <a:off x="2603179" y="5552766"/>
              <a:ext cx="421573" cy="70792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32" name="矩形: 一个圆顶角，剪去另一个顶角 31">
              <a:extLst>
                <a:ext uri="{FF2B5EF4-FFF2-40B4-BE49-F238E27FC236}">
                  <a16:creationId xmlns:a16="http://schemas.microsoft.com/office/drawing/2014/main" id="{EC61DC77-369B-C185-DEA9-12F16B265AEC}"/>
                </a:ext>
              </a:extLst>
            </p:cNvPr>
            <p:cNvSpPr/>
            <p:nvPr/>
          </p:nvSpPr>
          <p:spPr>
            <a:xfrm>
              <a:off x="3024752" y="5552766"/>
              <a:ext cx="421573" cy="707924"/>
            </a:xfrm>
            <a:prstGeom prst="rect">
              <a:avLst/>
            </a:prstGeom>
            <a:solidFill>
              <a:srgbClr val="FFE28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33" name="矩形: 一个圆顶角，剪去另一个顶角 32">
              <a:extLst>
                <a:ext uri="{FF2B5EF4-FFF2-40B4-BE49-F238E27FC236}">
                  <a16:creationId xmlns:a16="http://schemas.microsoft.com/office/drawing/2014/main" id="{6ABA06BB-475A-B20E-07D0-7EEC197FF22D}"/>
                </a:ext>
              </a:extLst>
            </p:cNvPr>
            <p:cNvSpPr/>
            <p:nvPr/>
          </p:nvSpPr>
          <p:spPr>
            <a:xfrm>
              <a:off x="3446325" y="5552766"/>
              <a:ext cx="421573" cy="7079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34" name="矩形: 一个圆顶角，剪去另一个顶角 33">
              <a:extLst>
                <a:ext uri="{FF2B5EF4-FFF2-40B4-BE49-F238E27FC236}">
                  <a16:creationId xmlns:a16="http://schemas.microsoft.com/office/drawing/2014/main" id="{66CD8144-B529-81C4-8212-9F75727815AB}"/>
                </a:ext>
              </a:extLst>
            </p:cNvPr>
            <p:cNvSpPr/>
            <p:nvPr/>
          </p:nvSpPr>
          <p:spPr>
            <a:xfrm>
              <a:off x="3867898" y="5552766"/>
              <a:ext cx="421573" cy="70792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>
                  <a:solidFill>
                    <a:schemeClr val="tx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X</a:t>
              </a:r>
              <a:endParaRPr lang="zh-CN" altLang="en-US" sz="2800" b="1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7C657509-5527-0D0F-74FA-65DE73AE303F}"/>
                </a:ext>
              </a:extLst>
            </p:cNvPr>
            <p:cNvGrpSpPr/>
            <p:nvPr/>
          </p:nvGrpSpPr>
          <p:grpSpPr>
            <a:xfrm>
              <a:off x="1505176" y="1543664"/>
              <a:ext cx="2168944" cy="688258"/>
              <a:chOff x="2340916" y="1563329"/>
              <a:chExt cx="2168944" cy="688258"/>
            </a:xfrm>
          </p:grpSpPr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2D3D1570-CD27-6160-8FDC-EF84E959CA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03815" y="1563329"/>
                <a:ext cx="843146" cy="688258"/>
              </a:xfrm>
              <a:prstGeom prst="straightConnector1">
                <a:avLst/>
              </a:prstGeom>
              <a:ln w="76200">
                <a:solidFill>
                  <a:srgbClr val="C0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7A76D15-4521-3439-2070-F210B8BD2E44}"/>
                  </a:ext>
                </a:extLst>
              </p:cNvPr>
              <p:cNvSpPr txBox="1"/>
              <p:nvPr/>
            </p:nvSpPr>
            <p:spPr>
              <a:xfrm>
                <a:off x="2340916" y="1615071"/>
                <a:ext cx="21689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3200">
                    <a:ln w="28575">
                      <a:solidFill>
                        <a:srgbClr val="C00000"/>
                      </a:solidFill>
                    </a:ln>
                    <a:solidFill>
                      <a:srgbClr val="FF000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KILLS</a:t>
                </a:r>
                <a:endParaRPr lang="zh-CN" altLang="en-US" sz="3200">
                  <a:ln w="28575">
                    <a:solidFill>
                      <a:srgbClr val="C00000"/>
                    </a:solidFill>
                  </a:ln>
                  <a:solidFill>
                    <a:srgbClr val="FF0000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endParaRP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D4E455B2-5772-638F-0F36-174069EFFDEB}"/>
                </a:ext>
              </a:extLst>
            </p:cNvPr>
            <p:cNvGrpSpPr/>
            <p:nvPr/>
          </p:nvGrpSpPr>
          <p:grpSpPr>
            <a:xfrm>
              <a:off x="1505176" y="4640826"/>
              <a:ext cx="2168944" cy="688258"/>
              <a:chOff x="2340916" y="1563329"/>
              <a:chExt cx="2168944" cy="688258"/>
            </a:xfrm>
          </p:grpSpPr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9FF17EC9-C7F5-6D9E-A6D5-0AF88EE9EE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03815" y="1563329"/>
                <a:ext cx="843146" cy="688258"/>
              </a:xfrm>
              <a:prstGeom prst="straightConnector1">
                <a:avLst/>
              </a:prstGeom>
              <a:ln w="76200">
                <a:solidFill>
                  <a:srgbClr val="C0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17DE243-B648-FB96-8D4B-592F498918F4}"/>
                  </a:ext>
                </a:extLst>
              </p:cNvPr>
              <p:cNvSpPr txBox="1"/>
              <p:nvPr/>
            </p:nvSpPr>
            <p:spPr>
              <a:xfrm>
                <a:off x="2340916" y="1615071"/>
                <a:ext cx="21689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3200">
                    <a:ln w="28575">
                      <a:solidFill>
                        <a:srgbClr val="C00000"/>
                      </a:solidFill>
                    </a:ln>
                    <a:solidFill>
                      <a:srgbClr val="FF0000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KILLS</a:t>
                </a:r>
                <a:endParaRPr lang="zh-CN" altLang="en-US" sz="3200">
                  <a:ln w="28575">
                    <a:solidFill>
                      <a:srgbClr val="C00000"/>
                    </a:solidFill>
                  </a:ln>
                  <a:solidFill>
                    <a:srgbClr val="FF0000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endParaRPr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09DB4171-6131-4B29-97EF-016E68BFF467}"/>
                </a:ext>
              </a:extLst>
            </p:cNvPr>
            <p:cNvGrpSpPr/>
            <p:nvPr/>
          </p:nvGrpSpPr>
          <p:grpSpPr>
            <a:xfrm>
              <a:off x="4821449" y="3222526"/>
              <a:ext cx="2529438" cy="707924"/>
              <a:chOff x="6731513" y="4569419"/>
              <a:chExt cx="2529438" cy="707924"/>
            </a:xfrm>
          </p:grpSpPr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5EAAB97A-ACC4-DEC6-DDBC-9E0417FB4403}"/>
                  </a:ext>
                </a:extLst>
              </p:cNvPr>
              <p:cNvSpPr/>
              <p:nvPr/>
            </p:nvSpPr>
            <p:spPr>
              <a:xfrm>
                <a:off x="6731513" y="4569419"/>
                <a:ext cx="421573" cy="707924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FCF2194-A5EE-289B-2D56-A2DA51D36940}"/>
                  </a:ext>
                </a:extLst>
              </p:cNvPr>
              <p:cNvSpPr/>
              <p:nvPr/>
            </p:nvSpPr>
            <p:spPr>
              <a:xfrm>
                <a:off x="7574659" y="4569419"/>
                <a:ext cx="421573" cy="707924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38C3026-0C46-7382-C1FD-D31221911626}"/>
                  </a:ext>
                </a:extLst>
              </p:cNvPr>
              <p:cNvSpPr/>
              <p:nvPr/>
            </p:nvSpPr>
            <p:spPr>
              <a:xfrm>
                <a:off x="7996232" y="4569419"/>
                <a:ext cx="421573" cy="7079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49" name="矩形: 一个圆顶角，剪去另一个顶角 11">
                <a:extLst>
                  <a:ext uri="{FF2B5EF4-FFF2-40B4-BE49-F238E27FC236}">
                    <a16:creationId xmlns:a16="http://schemas.microsoft.com/office/drawing/2014/main" id="{EE8C197C-F965-447D-C134-663AFFDD2334}"/>
                  </a:ext>
                </a:extLst>
              </p:cNvPr>
              <p:cNvSpPr/>
              <p:nvPr/>
            </p:nvSpPr>
            <p:spPr>
              <a:xfrm>
                <a:off x="7153086" y="4569419"/>
                <a:ext cx="421573" cy="70792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0" name="矩形: 一个圆顶角，剪去另一个顶角 31">
                <a:extLst>
                  <a:ext uri="{FF2B5EF4-FFF2-40B4-BE49-F238E27FC236}">
                    <a16:creationId xmlns:a16="http://schemas.microsoft.com/office/drawing/2014/main" id="{ACF8EAC2-B1B6-616F-3F1C-FACCCB7ED46F}"/>
                  </a:ext>
                </a:extLst>
              </p:cNvPr>
              <p:cNvSpPr/>
              <p:nvPr/>
            </p:nvSpPr>
            <p:spPr>
              <a:xfrm>
                <a:off x="8417805" y="4569419"/>
                <a:ext cx="421573" cy="707924"/>
              </a:xfrm>
              <a:prstGeom prst="rect">
                <a:avLst/>
              </a:prstGeom>
              <a:solidFill>
                <a:srgbClr val="FFE28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1" name="矩形: 一个圆顶角，剪去另一个顶角 25">
                <a:extLst>
                  <a:ext uri="{FF2B5EF4-FFF2-40B4-BE49-F238E27FC236}">
                    <a16:creationId xmlns:a16="http://schemas.microsoft.com/office/drawing/2014/main" id="{8FF98573-D4C1-7AE0-EA5E-73713BE2B55C}"/>
                  </a:ext>
                </a:extLst>
              </p:cNvPr>
              <p:cNvSpPr/>
              <p:nvPr/>
            </p:nvSpPr>
            <p:spPr>
              <a:xfrm>
                <a:off x="8839378" y="4569419"/>
                <a:ext cx="421573" cy="707924"/>
              </a:xfrm>
              <a:prstGeom prst="rect">
                <a:avLst/>
              </a:prstGeom>
              <a:solidFill>
                <a:srgbClr val="FFCE43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056A029C-D3D1-E7D6-860A-9AD983CE0849}"/>
                </a:ext>
              </a:extLst>
            </p:cNvPr>
            <p:cNvSpPr txBox="1"/>
            <p:nvPr/>
          </p:nvSpPr>
          <p:spPr>
            <a:xfrm>
              <a:off x="4705686" y="2745657"/>
              <a:ext cx="13091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Answer</a:t>
              </a:r>
              <a:endParaRPr lang="zh-CN" altLang="en-US" sz="24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A45E130-4274-2909-87B6-21E209E93BCE}"/>
                </a:ext>
              </a:extLst>
            </p:cNvPr>
            <p:cNvSpPr txBox="1"/>
            <p:nvPr/>
          </p:nvSpPr>
          <p:spPr>
            <a:xfrm>
              <a:off x="4640824" y="5329084"/>
              <a:ext cx="305783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360000"/>
              <a:r>
                <a:rPr lang="en-US" altLang="zh-CN" sz="1400" i="1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* This is not a part of </a:t>
              </a:r>
              <a:r>
                <a:rPr lang="en-US" altLang="zh-CN" sz="1400" i="1" u="sng">
                  <a:solidFill>
                    <a:schemeClr val="bg1">
                      <a:lumMod val="6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CLCV 115 </a:t>
              </a:r>
              <a:r>
                <a:rPr lang="en-US" altLang="zh-CN" sz="1400" i="1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assignment.</a:t>
              </a:r>
            </a:p>
            <a:p>
              <a:pPr indent="-360000"/>
              <a:r>
                <a:rPr lang="en-US" altLang="zh-CN" sz="1400" i="1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** This color scheme is not </a:t>
              </a:r>
            </a:p>
            <a:p>
              <a:pPr indent="-360000"/>
              <a:r>
                <a:rPr lang="en-US" altLang="zh-CN" sz="1400" i="1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  recommended.</a:t>
              </a:r>
            </a:p>
            <a:p>
              <a:pPr indent="-360000"/>
              <a:r>
                <a:rPr lang="en-US" altLang="zh-CN" sz="1400" i="1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*** This puzzle is not very solvable.</a:t>
              </a:r>
              <a:endParaRPr lang="zh-CN" altLang="en-US" sz="1400" i="1">
                <a:solidFill>
                  <a:schemeClr val="bg1">
                    <a:lumMod val="7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5971EC3A-08C0-EC76-AB37-95EB94EAAD7E}"/>
                </a:ext>
              </a:extLst>
            </p:cNvPr>
            <p:cNvSpPr txBox="1"/>
            <p:nvPr/>
          </p:nvSpPr>
          <p:spPr>
            <a:xfrm>
              <a:off x="4585596" y="623895"/>
              <a:ext cx="30011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Monster Slayers</a:t>
              </a:r>
              <a:endParaRPr lang="zh-CN" altLang="en-US" sz="28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5520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思源黑体 CN</vt:lpstr>
      <vt:lpstr>思源黑体 CN Heavy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Zheng, Xinyi</cp:lastModifiedBy>
  <cp:revision>1</cp:revision>
  <dcterms:created xsi:type="dcterms:W3CDTF">2025-12-06T09:02:31Z</dcterms:created>
  <dcterms:modified xsi:type="dcterms:W3CDTF">2025-12-06T09:03:16Z</dcterms:modified>
</cp:coreProperties>
</file>