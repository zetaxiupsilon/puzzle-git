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5A44"/>
    <a:srgbClr val="597054"/>
    <a:srgbClr val="585E4E"/>
    <a:srgbClr val="504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94AC7-8E8F-BE7D-6698-AC0905EB2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895F84-1273-F31E-4211-4D5627E1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2FBAC-E195-31DC-F64F-AF276EA3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6A07EF-C0BD-9B27-1A5C-BA6892D1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1FDB1-2EEA-4BBB-2FE3-270872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48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FC2CE-3E39-9293-C1F0-7FBE1A50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91DDAB-A2F2-5E85-C0C0-052D2B2C0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0FB417-CE85-DAF5-FE6A-6AC28299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BE17E4-6B7C-8CEE-0CA4-BF616F9F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6A113-6548-2ED8-38B7-FF5A9B3B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93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B0D20-73F7-12DD-D16A-D816C77AD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715C7-A96A-78F6-E68D-6F8B40BB7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05DE8C-3147-D4AD-2AAD-7D28C697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2DA830-A752-86FC-8CD4-E86DF3A6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B24CEB-7F56-8EE6-BFDE-444C5ACA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71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34A82-11AB-6A80-9A82-DBDA14F4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E428F-285C-3185-7772-E498DE859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1BBCC-0CB5-5067-2ADA-FAAA53272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543086-85CC-2274-92AE-5E29A119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1B1186-80D3-DD2B-4529-8CC355DD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AA45C-B519-BE90-E64E-CE705DF0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78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789A4-9F12-F4C4-65C8-D7D15ED3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824B1-3EE7-72C0-B6C0-524E9265F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0949A5-CC4C-6742-42F2-CC6CA2AD2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A98663-D1F0-21E1-3382-A8A86B41A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716564-F571-40D6-0369-5A810545C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1D2AD6-921D-9B48-0B1D-53E81ED4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979B18-14AD-D682-C773-0090A2D8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77A590-4B16-2623-26A2-DEE6866F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37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A8779-5970-1107-6D8B-28576562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52130E-CD32-0E84-3DD2-A9D14602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95E0C3-A38B-C033-CA2E-AD8CF9DF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618AC3-0630-500C-EFD5-C9F98302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0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68E524-D206-977A-6FCD-478D98E5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2F032B-ECF0-62A9-C43C-675F5AAA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80715C-317E-5437-9DF4-0118A3EC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0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3F690-2440-4275-2500-AD0EF279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72EE04-7D54-B8E4-B5E2-8CB9FE261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17E32B-E5F6-5CEE-2F4B-365FBAC1F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D7B761-140C-9930-73A5-2D98C7E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23722C-074C-DC5F-AC47-3334031D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1EB920-C88B-ED4B-4301-95E63A93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5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B5F67-F116-7DFC-E5CC-768EB809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374D81-6C4C-F676-BE87-349B3AB13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695AF2-2132-37BA-F798-45D308154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9DA5D-C617-4058-25CE-A045052F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8E5CCE-6B3D-C31D-0B7A-7F7C11C0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85BC64-E882-5C25-58FC-74D3DA7E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17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CDEDB-718F-D819-BDE6-5BC35E53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7E9F28-D6A4-1330-336F-F3F392AAD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21FEC-AF51-1EA8-81E7-0F08AEC2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F113C-25B0-75DB-A2D6-A2F4E25A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0D990-B408-9662-943C-BA8BD0A3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5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B8444E-88BC-E7D6-C5A7-FED7036DD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843F06-E2C5-AE4E-C832-8ACAAAE34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0933E-C2D4-1C34-A7E8-5038BDADB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1CBA9-9228-6CC3-8436-5D6E0B9B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4DCF3-3DD6-890E-3C82-F84979CF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17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7A0153-B088-66FB-B191-C459C1C1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C6AF4A-4711-6929-DA5C-1DDD882C3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06EABB-5296-8B75-391E-C34DE0345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08CC3-9D5C-4E71-B371-5035FABDE6CC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A2633-C042-5E80-1562-5FDD86E90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3C635-4259-81FC-2D65-CE06C6795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AB027-8018-4B04-8295-BA2786760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79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 descr="雕塑的花瓶&#10;&#10;AI 生成的内容可能不正确。">
            <a:extLst>
              <a:ext uri="{FF2B5EF4-FFF2-40B4-BE49-F238E27FC236}">
                <a16:creationId xmlns:a16="http://schemas.microsoft.com/office/drawing/2014/main" id="{96B6F2E8-9046-3999-514A-0974FB6C2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925" y="0"/>
            <a:ext cx="1716075" cy="2158797"/>
          </a:xfrm>
          <a:prstGeom prst="rect">
            <a:avLst/>
          </a:prstGeom>
        </p:spPr>
      </p:pic>
      <p:grpSp>
        <p:nvGrpSpPr>
          <p:cNvPr id="64" name="组合 63">
            <a:extLst>
              <a:ext uri="{FF2B5EF4-FFF2-40B4-BE49-F238E27FC236}">
                <a16:creationId xmlns:a16="http://schemas.microsoft.com/office/drawing/2014/main" id="{A3F7F13E-B6A7-A3FD-00AE-E6AAC4029A55}"/>
              </a:ext>
            </a:extLst>
          </p:cNvPr>
          <p:cNvGrpSpPr/>
          <p:nvPr/>
        </p:nvGrpSpPr>
        <p:grpSpPr>
          <a:xfrm>
            <a:off x="1681316" y="0"/>
            <a:ext cx="7561007" cy="6858000"/>
            <a:chOff x="1681316" y="0"/>
            <a:chExt cx="7561007" cy="6858000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4CC9B8E-ABD3-BDDA-A9D9-725EEFD155C3}"/>
                </a:ext>
              </a:extLst>
            </p:cNvPr>
            <p:cNvSpPr/>
            <p:nvPr/>
          </p:nvSpPr>
          <p:spPr>
            <a:xfrm>
              <a:off x="1681316" y="0"/>
              <a:ext cx="7561007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8E0E1FD-844C-E5A7-0FAD-709EB1C9F1D6}"/>
                </a:ext>
              </a:extLst>
            </p:cNvPr>
            <p:cNvSpPr/>
            <p:nvPr/>
          </p:nvSpPr>
          <p:spPr>
            <a:xfrm>
              <a:off x="3478161" y="5090729"/>
              <a:ext cx="3967315" cy="136238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05D3A25-3853-CC51-E662-47AD02FCC878}"/>
                </a:ext>
              </a:extLst>
            </p:cNvPr>
            <p:cNvSpPr/>
            <p:nvPr/>
          </p:nvSpPr>
          <p:spPr>
            <a:xfrm>
              <a:off x="5624051" y="3873909"/>
              <a:ext cx="943891" cy="4522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8E51A69-65BD-767D-9B3B-9E42E35D47C2}"/>
                </a:ext>
              </a:extLst>
            </p:cNvPr>
            <p:cNvGrpSpPr/>
            <p:nvPr/>
          </p:nvGrpSpPr>
          <p:grpSpPr>
            <a:xfrm>
              <a:off x="2143433" y="2531805"/>
              <a:ext cx="2743197" cy="722671"/>
              <a:chOff x="2654710" y="3751006"/>
              <a:chExt cx="2743197" cy="722671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9095EB8-4F33-852D-C6EC-B9DF85529E61}"/>
                  </a:ext>
                </a:extLst>
              </p:cNvPr>
              <p:cNvSpPr/>
              <p:nvPr/>
            </p:nvSpPr>
            <p:spPr>
              <a:xfrm>
                <a:off x="2654710" y="3751008"/>
                <a:ext cx="383457" cy="72266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D671B35-D431-D881-A71D-DF7D089832CE}"/>
                  </a:ext>
                </a:extLst>
              </p:cNvPr>
              <p:cNvSpPr/>
              <p:nvPr/>
            </p:nvSpPr>
            <p:spPr>
              <a:xfrm>
                <a:off x="3126658" y="3751008"/>
                <a:ext cx="383457" cy="72266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49F5BD1-B91B-D9FE-0AD4-3B5E858C2FF8}"/>
                  </a:ext>
                </a:extLst>
              </p:cNvPr>
              <p:cNvSpPr/>
              <p:nvPr/>
            </p:nvSpPr>
            <p:spPr>
              <a:xfrm>
                <a:off x="3598606" y="3751007"/>
                <a:ext cx="383457" cy="72266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235B08-12B0-E173-A4C6-ACA043805D9C}"/>
                  </a:ext>
                </a:extLst>
              </p:cNvPr>
              <p:cNvSpPr/>
              <p:nvPr/>
            </p:nvSpPr>
            <p:spPr>
              <a:xfrm>
                <a:off x="4070554" y="3751007"/>
                <a:ext cx="383457" cy="722669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8A4BCD8-735B-5076-1A4F-8C2DB254CD2E}"/>
                  </a:ext>
                </a:extLst>
              </p:cNvPr>
              <p:cNvSpPr/>
              <p:nvPr/>
            </p:nvSpPr>
            <p:spPr>
              <a:xfrm>
                <a:off x="4542502" y="3751007"/>
                <a:ext cx="383457" cy="722669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78A93F6-A255-4DDD-C254-C20D16593021}"/>
                  </a:ext>
                </a:extLst>
              </p:cNvPr>
              <p:cNvSpPr/>
              <p:nvPr/>
            </p:nvSpPr>
            <p:spPr>
              <a:xfrm>
                <a:off x="5014450" y="3751006"/>
                <a:ext cx="383457" cy="722669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8084822-B977-D9A8-1E17-151CEDF6E0E8}"/>
                </a:ext>
              </a:extLst>
            </p:cNvPr>
            <p:cNvGrpSpPr/>
            <p:nvPr/>
          </p:nvGrpSpPr>
          <p:grpSpPr>
            <a:xfrm>
              <a:off x="2851355" y="362563"/>
              <a:ext cx="1327353" cy="722670"/>
              <a:chOff x="3318386" y="2018072"/>
              <a:chExt cx="1327353" cy="722670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3A5BC0F-6E55-61E4-984B-3685BC528B2E}"/>
                  </a:ext>
                </a:extLst>
              </p:cNvPr>
              <p:cNvSpPr/>
              <p:nvPr/>
            </p:nvSpPr>
            <p:spPr>
              <a:xfrm>
                <a:off x="3318386" y="2018073"/>
                <a:ext cx="383457" cy="722669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83C34AA-730D-3E55-70A4-A89D3A1FEC45}"/>
                  </a:ext>
                </a:extLst>
              </p:cNvPr>
              <p:cNvSpPr/>
              <p:nvPr/>
            </p:nvSpPr>
            <p:spPr>
              <a:xfrm>
                <a:off x="3790334" y="2018073"/>
                <a:ext cx="383457" cy="722669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9D26367-6120-7E09-F57C-CFAB406FDABF}"/>
                  </a:ext>
                </a:extLst>
              </p:cNvPr>
              <p:cNvSpPr/>
              <p:nvPr/>
            </p:nvSpPr>
            <p:spPr>
              <a:xfrm>
                <a:off x="4262282" y="2018072"/>
                <a:ext cx="383457" cy="722669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B7E7E82-DCC4-BCA4-031D-CBA6704FC7EE}"/>
                </a:ext>
              </a:extLst>
            </p:cNvPr>
            <p:cNvSpPr/>
            <p:nvPr/>
          </p:nvSpPr>
          <p:spPr>
            <a:xfrm>
              <a:off x="5624052" y="3382297"/>
              <a:ext cx="943896" cy="94389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77ACE95-4E60-D453-C58D-D633C74651BA}"/>
                </a:ext>
              </a:extLst>
            </p:cNvPr>
            <p:cNvCxnSpPr/>
            <p:nvPr/>
          </p:nvCxnSpPr>
          <p:spPr>
            <a:xfrm>
              <a:off x="3538953" y="3382297"/>
              <a:ext cx="136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7BBD0D0F-00F8-21DD-EDB0-FA1C7261DB51}"/>
                </a:ext>
              </a:extLst>
            </p:cNvPr>
            <p:cNvGrpSpPr/>
            <p:nvPr/>
          </p:nvGrpSpPr>
          <p:grpSpPr>
            <a:xfrm>
              <a:off x="4222953" y="3382297"/>
              <a:ext cx="1194622" cy="491612"/>
              <a:chOff x="4694901" y="4817807"/>
              <a:chExt cx="1194622" cy="491612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88E98F2F-E2DF-400D-5A25-38F8484123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4901" y="5309419"/>
                <a:ext cx="1194622" cy="0"/>
              </a:xfrm>
              <a:prstGeom prst="straightConnector1">
                <a:avLst/>
              </a:prstGeom>
              <a:ln w="38100" cap="sq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EBBD008-1E00-C276-82F6-843B03B94A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94901" y="4817807"/>
                <a:ext cx="0" cy="491612"/>
              </a:xfrm>
              <a:prstGeom prst="line">
                <a:avLst/>
              </a:prstGeom>
              <a:ln w="38100" cap="sq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26FB71-4C46-DD2F-4215-F709BC7BF9F1}"/>
                </a:ext>
              </a:extLst>
            </p:cNvPr>
            <p:cNvSpPr/>
            <p:nvPr/>
          </p:nvSpPr>
          <p:spPr>
            <a:xfrm>
              <a:off x="5624052" y="1817123"/>
              <a:ext cx="943896" cy="9438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EC39EDF-EF01-0F32-933A-9FC4BB55ABFE}"/>
                </a:ext>
              </a:extLst>
            </p:cNvPr>
            <p:cNvSpPr txBox="1"/>
            <p:nvPr/>
          </p:nvSpPr>
          <p:spPr>
            <a:xfrm>
              <a:off x="4506843" y="311999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…</a:t>
              </a:r>
              <a:endParaRPr lang="zh-CN" altLang="en-US" sz="48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FB2F076-813F-9685-8BEF-963F25D08DCC}"/>
                </a:ext>
              </a:extLst>
            </p:cNvPr>
            <p:cNvSpPr/>
            <p:nvPr/>
          </p:nvSpPr>
          <p:spPr>
            <a:xfrm>
              <a:off x="5624052" y="251950"/>
              <a:ext cx="412955" cy="94389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07CB7A8-D9F2-EC1F-7230-188EB8B74FB5}"/>
                </a:ext>
              </a:extLst>
            </p:cNvPr>
            <p:cNvGrpSpPr/>
            <p:nvPr/>
          </p:nvGrpSpPr>
          <p:grpSpPr>
            <a:xfrm>
              <a:off x="5624052" y="251950"/>
              <a:ext cx="2118851" cy="943896"/>
              <a:chOff x="6096000" y="1687460"/>
              <a:chExt cx="2118851" cy="94389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EE72652-5844-27D8-9901-47B51640CBD0}"/>
                  </a:ext>
                </a:extLst>
              </p:cNvPr>
              <p:cNvSpPr/>
              <p:nvPr/>
            </p:nvSpPr>
            <p:spPr>
              <a:xfrm>
                <a:off x="7270955" y="1687460"/>
                <a:ext cx="943896" cy="9438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2F465AF-7529-033B-3581-1D7DE3EC035B}"/>
                  </a:ext>
                </a:extLst>
              </p:cNvPr>
              <p:cNvSpPr/>
              <p:nvPr/>
            </p:nvSpPr>
            <p:spPr>
              <a:xfrm>
                <a:off x="6096000" y="1687460"/>
                <a:ext cx="943896" cy="943896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73B93DA-8335-EBA0-94E0-50AA6CB36B68}"/>
                </a:ext>
              </a:extLst>
            </p:cNvPr>
            <p:cNvCxnSpPr/>
            <p:nvPr/>
          </p:nvCxnSpPr>
          <p:spPr>
            <a:xfrm>
              <a:off x="3519285" y="1325511"/>
              <a:ext cx="0" cy="943896"/>
            </a:xfrm>
            <a:prstGeom prst="straightConnector1">
              <a:avLst/>
            </a:prstGeom>
            <a:ln w="38100">
              <a:solidFill>
                <a:schemeClr val="accent2">
                  <a:lumMod val="50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A3336C68-3852-4931-8E66-C09B274E5061}"/>
                </a:ext>
              </a:extLst>
            </p:cNvPr>
            <p:cNvCxnSpPr>
              <a:cxnSpLocks/>
              <a:stCxn id="29" idx="2"/>
              <a:endCxn id="17" idx="0"/>
            </p:cNvCxnSpPr>
            <p:nvPr/>
          </p:nvCxnSpPr>
          <p:spPr>
            <a:xfrm>
              <a:off x="6096000" y="2761019"/>
              <a:ext cx="0" cy="621278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C86B6B7-1A2E-831A-99E8-815294FF7AEC}"/>
                </a:ext>
              </a:extLst>
            </p:cNvPr>
            <p:cNvSpPr txBox="1"/>
            <p:nvPr/>
          </p:nvSpPr>
          <p:spPr>
            <a:xfrm>
              <a:off x="6234761" y="2840825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同音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6132781-95AA-9195-CCA0-E5276398FDF0}"/>
                </a:ext>
              </a:extLst>
            </p:cNvPr>
            <p:cNvSpPr txBox="1"/>
            <p:nvPr/>
          </p:nvSpPr>
          <p:spPr>
            <a:xfrm>
              <a:off x="3583065" y="1566626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相反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576D7C92-411A-A828-EB5A-36946FBC5B32}"/>
                </a:ext>
              </a:extLst>
            </p:cNvPr>
            <p:cNvSpPr txBox="1"/>
            <p:nvPr/>
          </p:nvSpPr>
          <p:spPr>
            <a:xfrm>
              <a:off x="6787061" y="1873293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…</a:t>
              </a:r>
              <a:endParaRPr lang="zh-CN" altLang="en-US" sz="48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6F04740-883A-5F62-C651-3AE6C3F9E41C}"/>
                </a:ext>
              </a:extLst>
            </p:cNvPr>
            <p:cNvGrpSpPr/>
            <p:nvPr/>
          </p:nvGrpSpPr>
          <p:grpSpPr>
            <a:xfrm>
              <a:off x="7777318" y="1687774"/>
              <a:ext cx="1119051" cy="1163265"/>
              <a:chOff x="640010" y="1717589"/>
              <a:chExt cx="4041610" cy="4201295"/>
            </a:xfrm>
            <a:solidFill>
              <a:srgbClr val="597054"/>
            </a:solidFill>
          </p:grpSpPr>
          <p:sp>
            <p:nvSpPr>
              <p:cNvPr id="48" name="圆: 空心 47">
                <a:extLst>
                  <a:ext uri="{FF2B5EF4-FFF2-40B4-BE49-F238E27FC236}">
                    <a16:creationId xmlns:a16="http://schemas.microsoft.com/office/drawing/2014/main" id="{103F30CC-443A-9CB0-4E93-BD8129A464E6}"/>
                  </a:ext>
                </a:extLst>
              </p:cNvPr>
              <p:cNvSpPr/>
              <p:nvPr/>
            </p:nvSpPr>
            <p:spPr>
              <a:xfrm>
                <a:off x="4199707" y="2883245"/>
                <a:ext cx="481913" cy="481913"/>
              </a:xfrm>
              <a:prstGeom prst="donut">
                <a:avLst/>
              </a:prstGeom>
              <a:solidFill>
                <a:srgbClr val="485A4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圆: 空心 48">
                <a:extLst>
                  <a:ext uri="{FF2B5EF4-FFF2-40B4-BE49-F238E27FC236}">
                    <a16:creationId xmlns:a16="http://schemas.microsoft.com/office/drawing/2014/main" id="{442BF45B-CC9E-BF43-984D-89E9CF963504}"/>
                  </a:ext>
                </a:extLst>
              </p:cNvPr>
              <p:cNvSpPr/>
              <p:nvPr/>
            </p:nvSpPr>
            <p:spPr>
              <a:xfrm>
                <a:off x="640010" y="2883244"/>
                <a:ext cx="481913" cy="481913"/>
              </a:xfrm>
              <a:prstGeom prst="donut">
                <a:avLst/>
              </a:prstGeom>
              <a:solidFill>
                <a:srgbClr val="485A4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5AA6319-0057-0204-935D-2DBACD856B31}"/>
                  </a:ext>
                </a:extLst>
              </p:cNvPr>
              <p:cNvSpPr/>
              <p:nvPr/>
            </p:nvSpPr>
            <p:spPr>
              <a:xfrm>
                <a:off x="1857626" y="1717589"/>
                <a:ext cx="1606378" cy="30891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E0D72696-7D1E-BD01-32EC-82506935AA9C}"/>
                  </a:ext>
                </a:extLst>
              </p:cNvPr>
              <p:cNvSpPr/>
              <p:nvPr/>
            </p:nvSpPr>
            <p:spPr>
              <a:xfrm>
                <a:off x="799059" y="2026508"/>
                <a:ext cx="3723512" cy="3892376"/>
              </a:xfrm>
              <a:custGeom>
                <a:avLst/>
                <a:gdLst>
                  <a:gd name="connsiteX0" fmla="*/ 1060479 w 3723512"/>
                  <a:gd name="connsiteY0" fmla="*/ 0 h 3892376"/>
                  <a:gd name="connsiteX1" fmla="*/ 1062474 w 3723512"/>
                  <a:gd name="connsiteY1" fmla="*/ 0 h 3892376"/>
                  <a:gd name="connsiteX2" fmla="*/ 2661038 w 3723512"/>
                  <a:gd name="connsiteY2" fmla="*/ 0 h 3892376"/>
                  <a:gd name="connsiteX3" fmla="*/ 2663033 w 3723512"/>
                  <a:gd name="connsiteY3" fmla="*/ 0 h 3892376"/>
                  <a:gd name="connsiteX4" fmla="*/ 2672136 w 3723512"/>
                  <a:gd name="connsiteY4" fmla="*/ 18035 h 3892376"/>
                  <a:gd name="connsiteX5" fmla="*/ 2678242 w 3723512"/>
                  <a:gd name="connsiteY5" fmla="*/ 54506 h 3892376"/>
                  <a:gd name="connsiteX6" fmla="*/ 2872565 w 3723512"/>
                  <a:gd name="connsiteY6" fmla="*/ 466157 h 3892376"/>
                  <a:gd name="connsiteX7" fmla="*/ 2974182 w 3723512"/>
                  <a:gd name="connsiteY7" fmla="*/ 592014 h 3892376"/>
                  <a:gd name="connsiteX8" fmla="*/ 2986563 w 3723512"/>
                  <a:gd name="connsiteY8" fmla="*/ 604009 h 3892376"/>
                  <a:gd name="connsiteX9" fmla="*/ 3014323 w 3723512"/>
                  <a:gd name="connsiteY9" fmla="*/ 637501 h 3892376"/>
                  <a:gd name="connsiteX10" fmla="*/ 3014333 w 3723512"/>
                  <a:gd name="connsiteY10" fmla="*/ 637515 h 3892376"/>
                  <a:gd name="connsiteX11" fmla="*/ 3113130 w 3723512"/>
                  <a:gd name="connsiteY11" fmla="*/ 730534 h 3892376"/>
                  <a:gd name="connsiteX12" fmla="*/ 3123469 w 3723512"/>
                  <a:gd name="connsiteY12" fmla="*/ 738573 h 3892376"/>
                  <a:gd name="connsiteX13" fmla="*/ 3128117 w 3723512"/>
                  <a:gd name="connsiteY13" fmla="*/ 742877 h 3892376"/>
                  <a:gd name="connsiteX14" fmla="*/ 3174192 w 3723512"/>
                  <a:gd name="connsiteY14" fmla="*/ 778012 h 3892376"/>
                  <a:gd name="connsiteX15" fmla="*/ 3220900 w 3723512"/>
                  <a:gd name="connsiteY15" fmla="*/ 814330 h 3892376"/>
                  <a:gd name="connsiteX16" fmla="*/ 3264505 w 3723512"/>
                  <a:gd name="connsiteY16" fmla="*/ 846931 h 3892376"/>
                  <a:gd name="connsiteX17" fmla="*/ 3350015 w 3723512"/>
                  <a:gd name="connsiteY17" fmla="*/ 912483 h 3892376"/>
                  <a:gd name="connsiteX18" fmla="*/ 3398846 w 3723512"/>
                  <a:gd name="connsiteY18" fmla="*/ 953296 h 3892376"/>
                  <a:gd name="connsiteX19" fmla="*/ 3467682 w 3723512"/>
                  <a:gd name="connsiteY19" fmla="*/ 1017474 h 3892376"/>
                  <a:gd name="connsiteX20" fmla="*/ 3528164 w 3723512"/>
                  <a:gd name="connsiteY20" fmla="*/ 1082149 h 3892376"/>
                  <a:gd name="connsiteX21" fmla="*/ 3544210 w 3723512"/>
                  <a:gd name="connsiteY21" fmla="*/ 1101377 h 3892376"/>
                  <a:gd name="connsiteX22" fmla="*/ 3562240 w 3723512"/>
                  <a:gd name="connsiteY22" fmla="*/ 1126403 h 3892376"/>
                  <a:gd name="connsiteX23" fmla="*/ 3590666 w 3723512"/>
                  <a:gd name="connsiteY23" fmla="*/ 1168884 h 3892376"/>
                  <a:gd name="connsiteX24" fmla="*/ 3607781 w 3723512"/>
                  <a:gd name="connsiteY24" fmla="*/ 1198386 h 3892376"/>
                  <a:gd name="connsiteX25" fmla="*/ 3631847 w 3723512"/>
                  <a:gd name="connsiteY25" fmla="*/ 1245278 h 3892376"/>
                  <a:gd name="connsiteX26" fmla="*/ 3646773 w 3723512"/>
                  <a:gd name="connsiteY26" fmla="*/ 1278481 h 3892376"/>
                  <a:gd name="connsiteX27" fmla="*/ 3666892 w 3723512"/>
                  <a:gd name="connsiteY27" fmla="*/ 1332635 h 3892376"/>
                  <a:gd name="connsiteX28" fmla="*/ 3678682 w 3723512"/>
                  <a:gd name="connsiteY28" fmla="*/ 1368293 h 3892376"/>
                  <a:gd name="connsiteX29" fmla="*/ 3695139 w 3723512"/>
                  <a:gd name="connsiteY29" fmla="*/ 1435273 h 3892376"/>
                  <a:gd name="connsiteX30" fmla="*/ 3702741 w 3723512"/>
                  <a:gd name="connsiteY30" fmla="*/ 1469211 h 3892376"/>
                  <a:gd name="connsiteX31" fmla="*/ 3718098 w 3723512"/>
                  <a:gd name="connsiteY31" fmla="*/ 1582529 h 3892376"/>
                  <a:gd name="connsiteX32" fmla="*/ 3718101 w 3723512"/>
                  <a:gd name="connsiteY32" fmla="*/ 1582550 h 3892376"/>
                  <a:gd name="connsiteX33" fmla="*/ 3723229 w 3723512"/>
                  <a:gd name="connsiteY33" fmla="*/ 1721866 h 3892376"/>
                  <a:gd name="connsiteX34" fmla="*/ 3723512 w 3723512"/>
                  <a:gd name="connsiteY34" fmla="*/ 1727944 h 3892376"/>
                  <a:gd name="connsiteX35" fmla="*/ 3723357 w 3723512"/>
                  <a:gd name="connsiteY35" fmla="*/ 1730979 h 3892376"/>
                  <a:gd name="connsiteX36" fmla="*/ 3723357 w 3723512"/>
                  <a:gd name="connsiteY36" fmla="*/ 1730980 h 3892376"/>
                  <a:gd name="connsiteX37" fmla="*/ 3723508 w 3723512"/>
                  <a:gd name="connsiteY37" fmla="*/ 1734523 h 3892376"/>
                  <a:gd name="connsiteX38" fmla="*/ 3717148 w 3723512"/>
                  <a:gd name="connsiteY38" fmla="*/ 1859200 h 3892376"/>
                  <a:gd name="connsiteX39" fmla="*/ 2700465 w 3723512"/>
                  <a:gd name="connsiteY39" fmla="*/ 3390474 h 3892376"/>
                  <a:gd name="connsiteX40" fmla="*/ 2628371 w 3723512"/>
                  <a:gd name="connsiteY40" fmla="*/ 3428779 h 3892376"/>
                  <a:gd name="connsiteX41" fmla="*/ 2660833 w 3723512"/>
                  <a:gd name="connsiteY41" fmla="*/ 3731740 h 3892376"/>
                  <a:gd name="connsiteX42" fmla="*/ 2651305 w 3723512"/>
                  <a:gd name="connsiteY42" fmla="*/ 3731740 h 3892376"/>
                  <a:gd name="connsiteX43" fmla="*/ 2658800 w 3723512"/>
                  <a:gd name="connsiteY43" fmla="*/ 3749351 h 3892376"/>
                  <a:gd name="connsiteX44" fmla="*/ 2656524 w 3723512"/>
                  <a:gd name="connsiteY44" fmla="*/ 3750448 h 3892376"/>
                  <a:gd name="connsiteX45" fmla="*/ 2656524 w 3723512"/>
                  <a:gd name="connsiteY45" fmla="*/ 3750449 h 3892376"/>
                  <a:gd name="connsiteX46" fmla="*/ 2658856 w 3723512"/>
                  <a:gd name="connsiteY46" fmla="*/ 3755929 h 3892376"/>
                  <a:gd name="connsiteX47" fmla="*/ 2601554 w 3723512"/>
                  <a:gd name="connsiteY47" fmla="*/ 3784627 h 3892376"/>
                  <a:gd name="connsiteX48" fmla="*/ 2395456 w 3723512"/>
                  <a:gd name="connsiteY48" fmla="*/ 3838101 h 3892376"/>
                  <a:gd name="connsiteX49" fmla="*/ 1861756 w 3723512"/>
                  <a:gd name="connsiteY49" fmla="*/ 3892376 h 3892376"/>
                  <a:gd name="connsiteX50" fmla="*/ 1861755 w 3723512"/>
                  <a:gd name="connsiteY50" fmla="*/ 3892376 h 3892376"/>
                  <a:gd name="connsiteX51" fmla="*/ 1328056 w 3723512"/>
                  <a:gd name="connsiteY51" fmla="*/ 3838101 h 3892376"/>
                  <a:gd name="connsiteX52" fmla="*/ 1121958 w 3723512"/>
                  <a:gd name="connsiteY52" fmla="*/ 3784627 h 3892376"/>
                  <a:gd name="connsiteX53" fmla="*/ 1064656 w 3723512"/>
                  <a:gd name="connsiteY53" fmla="*/ 3755929 h 3892376"/>
                  <a:gd name="connsiteX54" fmla="*/ 1066988 w 3723512"/>
                  <a:gd name="connsiteY54" fmla="*/ 3750449 h 3892376"/>
                  <a:gd name="connsiteX55" fmla="*/ 1066988 w 3723512"/>
                  <a:gd name="connsiteY55" fmla="*/ 3750448 h 3892376"/>
                  <a:gd name="connsiteX56" fmla="*/ 1064712 w 3723512"/>
                  <a:gd name="connsiteY56" fmla="*/ 3749351 h 3892376"/>
                  <a:gd name="connsiteX57" fmla="*/ 1072207 w 3723512"/>
                  <a:gd name="connsiteY57" fmla="*/ 3731740 h 3892376"/>
                  <a:gd name="connsiteX58" fmla="*/ 1054455 w 3723512"/>
                  <a:gd name="connsiteY58" fmla="*/ 3731740 h 3892376"/>
                  <a:gd name="connsiteX59" fmla="*/ 1087360 w 3723512"/>
                  <a:gd name="connsiteY59" fmla="*/ 3424645 h 3892376"/>
                  <a:gd name="connsiteX60" fmla="*/ 1023047 w 3723512"/>
                  <a:gd name="connsiteY60" fmla="*/ 3390474 h 3892376"/>
                  <a:gd name="connsiteX61" fmla="*/ 6364 w 3723512"/>
                  <a:gd name="connsiteY61" fmla="*/ 1859200 h 3892376"/>
                  <a:gd name="connsiteX62" fmla="*/ 4 w 3723512"/>
                  <a:gd name="connsiteY62" fmla="*/ 1734523 h 3892376"/>
                  <a:gd name="connsiteX63" fmla="*/ 155 w 3723512"/>
                  <a:gd name="connsiteY63" fmla="*/ 1730980 h 3892376"/>
                  <a:gd name="connsiteX64" fmla="*/ 155 w 3723512"/>
                  <a:gd name="connsiteY64" fmla="*/ 1730979 h 3892376"/>
                  <a:gd name="connsiteX65" fmla="*/ 0 w 3723512"/>
                  <a:gd name="connsiteY65" fmla="*/ 1727944 h 3892376"/>
                  <a:gd name="connsiteX66" fmla="*/ 56 w 3723512"/>
                  <a:gd name="connsiteY66" fmla="*/ 1726742 h 3892376"/>
                  <a:gd name="connsiteX67" fmla="*/ 283 w 3723512"/>
                  <a:gd name="connsiteY67" fmla="*/ 1721865 h 3892376"/>
                  <a:gd name="connsiteX68" fmla="*/ 4397 w 3723512"/>
                  <a:gd name="connsiteY68" fmla="*/ 1610088 h 3892376"/>
                  <a:gd name="connsiteX69" fmla="*/ 5411 w 3723512"/>
                  <a:gd name="connsiteY69" fmla="*/ 1582550 h 3892376"/>
                  <a:gd name="connsiteX70" fmla="*/ 20772 w 3723512"/>
                  <a:gd name="connsiteY70" fmla="*/ 1469207 h 3892376"/>
                  <a:gd name="connsiteX71" fmla="*/ 28368 w 3723512"/>
                  <a:gd name="connsiteY71" fmla="*/ 1435294 h 3892376"/>
                  <a:gd name="connsiteX72" fmla="*/ 44832 w 3723512"/>
                  <a:gd name="connsiteY72" fmla="*/ 1368286 h 3892376"/>
                  <a:gd name="connsiteX73" fmla="*/ 56613 w 3723512"/>
                  <a:gd name="connsiteY73" fmla="*/ 1332653 h 3892376"/>
                  <a:gd name="connsiteX74" fmla="*/ 76744 w 3723512"/>
                  <a:gd name="connsiteY74" fmla="*/ 1278470 h 3892376"/>
                  <a:gd name="connsiteX75" fmla="*/ 91657 w 3723512"/>
                  <a:gd name="connsiteY75" fmla="*/ 1245294 h 3892376"/>
                  <a:gd name="connsiteX76" fmla="*/ 115740 w 3723512"/>
                  <a:gd name="connsiteY76" fmla="*/ 1198369 h 3892376"/>
                  <a:gd name="connsiteX77" fmla="*/ 132837 w 3723512"/>
                  <a:gd name="connsiteY77" fmla="*/ 1168898 h 3892376"/>
                  <a:gd name="connsiteX78" fmla="*/ 161290 w 3723512"/>
                  <a:gd name="connsiteY78" fmla="*/ 1126377 h 3892376"/>
                  <a:gd name="connsiteX79" fmla="*/ 179291 w 3723512"/>
                  <a:gd name="connsiteY79" fmla="*/ 1101390 h 3892376"/>
                  <a:gd name="connsiteX80" fmla="*/ 195363 w 3723512"/>
                  <a:gd name="connsiteY80" fmla="*/ 1082131 h 3892376"/>
                  <a:gd name="connsiteX81" fmla="*/ 255815 w 3723512"/>
                  <a:gd name="connsiteY81" fmla="*/ 1017489 h 3892376"/>
                  <a:gd name="connsiteX82" fmla="*/ 324686 w 3723512"/>
                  <a:gd name="connsiteY82" fmla="*/ 953278 h 3892376"/>
                  <a:gd name="connsiteX83" fmla="*/ 373469 w 3723512"/>
                  <a:gd name="connsiteY83" fmla="*/ 912506 h 3892376"/>
                  <a:gd name="connsiteX84" fmla="*/ 459110 w 3723512"/>
                  <a:gd name="connsiteY84" fmla="*/ 846852 h 3892376"/>
                  <a:gd name="connsiteX85" fmla="*/ 502612 w 3723512"/>
                  <a:gd name="connsiteY85" fmla="*/ 814329 h 3892376"/>
                  <a:gd name="connsiteX86" fmla="*/ 549187 w 3723512"/>
                  <a:gd name="connsiteY86" fmla="*/ 778115 h 3892376"/>
                  <a:gd name="connsiteX87" fmla="*/ 595395 w 3723512"/>
                  <a:gd name="connsiteY87" fmla="*/ 742878 h 3892376"/>
                  <a:gd name="connsiteX88" fmla="*/ 600056 w 3723512"/>
                  <a:gd name="connsiteY88" fmla="*/ 738562 h 3892376"/>
                  <a:gd name="connsiteX89" fmla="*/ 610382 w 3723512"/>
                  <a:gd name="connsiteY89" fmla="*/ 730533 h 3892376"/>
                  <a:gd name="connsiteX90" fmla="*/ 709149 w 3723512"/>
                  <a:gd name="connsiteY90" fmla="*/ 637542 h 3892376"/>
                  <a:gd name="connsiteX91" fmla="*/ 709179 w 3723512"/>
                  <a:gd name="connsiteY91" fmla="*/ 637514 h 3892376"/>
                  <a:gd name="connsiteX92" fmla="*/ 736958 w 3723512"/>
                  <a:gd name="connsiteY92" fmla="*/ 604000 h 3892376"/>
                  <a:gd name="connsiteX93" fmla="*/ 749330 w 3723512"/>
                  <a:gd name="connsiteY93" fmla="*/ 592013 h 3892376"/>
                  <a:gd name="connsiteX94" fmla="*/ 850947 w 3723512"/>
                  <a:gd name="connsiteY94" fmla="*/ 466156 h 3892376"/>
                  <a:gd name="connsiteX95" fmla="*/ 1045270 w 3723512"/>
                  <a:gd name="connsiteY95" fmla="*/ 54505 h 3892376"/>
                  <a:gd name="connsiteX96" fmla="*/ 1051376 w 3723512"/>
                  <a:gd name="connsiteY96" fmla="*/ 18035 h 389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3723512" h="3892376">
                    <a:moveTo>
                      <a:pt x="1060479" y="0"/>
                    </a:moveTo>
                    <a:lnTo>
                      <a:pt x="1062474" y="0"/>
                    </a:lnTo>
                    <a:lnTo>
                      <a:pt x="2661038" y="0"/>
                    </a:lnTo>
                    <a:lnTo>
                      <a:pt x="2663033" y="0"/>
                    </a:lnTo>
                    <a:lnTo>
                      <a:pt x="2672136" y="18035"/>
                    </a:lnTo>
                    <a:lnTo>
                      <a:pt x="2678242" y="54506"/>
                    </a:lnTo>
                    <a:cubicBezTo>
                      <a:pt x="2710934" y="188266"/>
                      <a:pt x="2776189" y="331076"/>
                      <a:pt x="2872565" y="466157"/>
                    </a:cubicBezTo>
                    <a:cubicBezTo>
                      <a:pt x="2904690" y="511183"/>
                      <a:pt x="2938752" y="553220"/>
                      <a:pt x="2974182" y="592014"/>
                    </a:cubicBezTo>
                    <a:lnTo>
                      <a:pt x="2986563" y="604009"/>
                    </a:lnTo>
                    <a:lnTo>
                      <a:pt x="3014323" y="637501"/>
                    </a:lnTo>
                    <a:lnTo>
                      <a:pt x="3014333" y="637515"/>
                    </a:lnTo>
                    <a:cubicBezTo>
                      <a:pt x="3045099" y="670970"/>
                      <a:pt x="3078367" y="701521"/>
                      <a:pt x="3113130" y="730534"/>
                    </a:cubicBezTo>
                    <a:lnTo>
                      <a:pt x="3123469" y="738573"/>
                    </a:lnTo>
                    <a:lnTo>
                      <a:pt x="3128117" y="742877"/>
                    </a:lnTo>
                    <a:lnTo>
                      <a:pt x="3174192" y="778012"/>
                    </a:lnTo>
                    <a:lnTo>
                      <a:pt x="3220900" y="814330"/>
                    </a:lnTo>
                    <a:lnTo>
                      <a:pt x="3264505" y="846931"/>
                    </a:lnTo>
                    <a:lnTo>
                      <a:pt x="3350015" y="912483"/>
                    </a:lnTo>
                    <a:lnTo>
                      <a:pt x="3398846" y="953296"/>
                    </a:lnTo>
                    <a:lnTo>
                      <a:pt x="3467682" y="1017474"/>
                    </a:lnTo>
                    <a:lnTo>
                      <a:pt x="3528164" y="1082149"/>
                    </a:lnTo>
                    <a:lnTo>
                      <a:pt x="3544210" y="1101377"/>
                    </a:lnTo>
                    <a:lnTo>
                      <a:pt x="3562240" y="1126403"/>
                    </a:lnTo>
                    <a:lnTo>
                      <a:pt x="3590666" y="1168884"/>
                    </a:lnTo>
                    <a:lnTo>
                      <a:pt x="3607781" y="1198386"/>
                    </a:lnTo>
                    <a:lnTo>
                      <a:pt x="3631847" y="1245278"/>
                    </a:lnTo>
                    <a:lnTo>
                      <a:pt x="3646773" y="1278481"/>
                    </a:lnTo>
                    <a:lnTo>
                      <a:pt x="3666892" y="1332635"/>
                    </a:lnTo>
                    <a:lnTo>
                      <a:pt x="3678682" y="1368293"/>
                    </a:lnTo>
                    <a:lnTo>
                      <a:pt x="3695139" y="1435273"/>
                    </a:lnTo>
                    <a:lnTo>
                      <a:pt x="3702741" y="1469211"/>
                    </a:lnTo>
                    <a:lnTo>
                      <a:pt x="3718098" y="1582529"/>
                    </a:lnTo>
                    <a:lnTo>
                      <a:pt x="3718101" y="1582550"/>
                    </a:lnTo>
                    <a:lnTo>
                      <a:pt x="3723229" y="1721866"/>
                    </a:lnTo>
                    <a:lnTo>
                      <a:pt x="3723512" y="1727944"/>
                    </a:lnTo>
                    <a:lnTo>
                      <a:pt x="3723357" y="1730979"/>
                    </a:lnTo>
                    <a:lnTo>
                      <a:pt x="3723357" y="1730980"/>
                    </a:lnTo>
                    <a:lnTo>
                      <a:pt x="3723508" y="1734523"/>
                    </a:lnTo>
                    <a:lnTo>
                      <a:pt x="3717148" y="1859200"/>
                    </a:lnTo>
                    <a:cubicBezTo>
                      <a:pt x="3662627" y="2446393"/>
                      <a:pt x="3264827" y="3064854"/>
                      <a:pt x="2700465" y="3390474"/>
                    </a:cubicBezTo>
                    <a:lnTo>
                      <a:pt x="2628371" y="3428779"/>
                    </a:lnTo>
                    <a:lnTo>
                      <a:pt x="2660833" y="3731740"/>
                    </a:lnTo>
                    <a:lnTo>
                      <a:pt x="2651305" y="3731740"/>
                    </a:lnTo>
                    <a:lnTo>
                      <a:pt x="2658800" y="3749351"/>
                    </a:lnTo>
                    <a:lnTo>
                      <a:pt x="2656524" y="3750448"/>
                    </a:lnTo>
                    <a:lnTo>
                      <a:pt x="2656524" y="3750449"/>
                    </a:lnTo>
                    <a:lnTo>
                      <a:pt x="2658856" y="3755929"/>
                    </a:lnTo>
                    <a:lnTo>
                      <a:pt x="2601554" y="3784627"/>
                    </a:lnTo>
                    <a:lnTo>
                      <a:pt x="2395456" y="3838101"/>
                    </a:lnTo>
                    <a:cubicBezTo>
                      <a:pt x="2219465" y="3874284"/>
                      <a:pt x="2040611" y="3892376"/>
                      <a:pt x="1861756" y="3892376"/>
                    </a:cubicBezTo>
                    <a:lnTo>
                      <a:pt x="1861755" y="3892376"/>
                    </a:lnTo>
                    <a:cubicBezTo>
                      <a:pt x="1682901" y="3892376"/>
                      <a:pt x="1504047" y="3874284"/>
                      <a:pt x="1328056" y="3838101"/>
                    </a:cubicBezTo>
                    <a:lnTo>
                      <a:pt x="1121958" y="3784627"/>
                    </a:lnTo>
                    <a:lnTo>
                      <a:pt x="1064656" y="3755929"/>
                    </a:lnTo>
                    <a:lnTo>
                      <a:pt x="1066988" y="3750449"/>
                    </a:lnTo>
                    <a:lnTo>
                      <a:pt x="1066988" y="3750448"/>
                    </a:lnTo>
                    <a:lnTo>
                      <a:pt x="1064712" y="3749351"/>
                    </a:lnTo>
                    <a:lnTo>
                      <a:pt x="1072207" y="3731740"/>
                    </a:lnTo>
                    <a:lnTo>
                      <a:pt x="1054455" y="3731740"/>
                    </a:lnTo>
                    <a:lnTo>
                      <a:pt x="1087360" y="3424645"/>
                    </a:lnTo>
                    <a:lnTo>
                      <a:pt x="1023047" y="3390474"/>
                    </a:lnTo>
                    <a:cubicBezTo>
                      <a:pt x="458685" y="3064854"/>
                      <a:pt x="60885" y="2446393"/>
                      <a:pt x="6364" y="1859200"/>
                    </a:cubicBezTo>
                    <a:lnTo>
                      <a:pt x="4" y="1734523"/>
                    </a:lnTo>
                    <a:lnTo>
                      <a:pt x="155" y="1730980"/>
                    </a:lnTo>
                    <a:lnTo>
                      <a:pt x="155" y="1730979"/>
                    </a:lnTo>
                    <a:lnTo>
                      <a:pt x="0" y="1727944"/>
                    </a:lnTo>
                    <a:lnTo>
                      <a:pt x="56" y="1726742"/>
                    </a:lnTo>
                    <a:lnTo>
                      <a:pt x="283" y="1721865"/>
                    </a:lnTo>
                    <a:lnTo>
                      <a:pt x="4397" y="1610088"/>
                    </a:lnTo>
                    <a:lnTo>
                      <a:pt x="5411" y="1582550"/>
                    </a:lnTo>
                    <a:lnTo>
                      <a:pt x="20772" y="1469207"/>
                    </a:lnTo>
                    <a:lnTo>
                      <a:pt x="28368" y="1435294"/>
                    </a:lnTo>
                    <a:lnTo>
                      <a:pt x="44832" y="1368286"/>
                    </a:lnTo>
                    <a:lnTo>
                      <a:pt x="56613" y="1332653"/>
                    </a:lnTo>
                    <a:lnTo>
                      <a:pt x="76744" y="1278470"/>
                    </a:lnTo>
                    <a:lnTo>
                      <a:pt x="91657" y="1245294"/>
                    </a:lnTo>
                    <a:lnTo>
                      <a:pt x="115740" y="1198369"/>
                    </a:lnTo>
                    <a:lnTo>
                      <a:pt x="132837" y="1168898"/>
                    </a:lnTo>
                    <a:lnTo>
                      <a:pt x="161290" y="1126377"/>
                    </a:lnTo>
                    <a:lnTo>
                      <a:pt x="179291" y="1101390"/>
                    </a:lnTo>
                    <a:lnTo>
                      <a:pt x="195363" y="1082131"/>
                    </a:lnTo>
                    <a:lnTo>
                      <a:pt x="255815" y="1017489"/>
                    </a:lnTo>
                    <a:lnTo>
                      <a:pt x="324686" y="953278"/>
                    </a:lnTo>
                    <a:lnTo>
                      <a:pt x="373469" y="912506"/>
                    </a:lnTo>
                    <a:lnTo>
                      <a:pt x="459110" y="846852"/>
                    </a:lnTo>
                    <a:lnTo>
                      <a:pt x="502612" y="814329"/>
                    </a:lnTo>
                    <a:lnTo>
                      <a:pt x="549187" y="778115"/>
                    </a:lnTo>
                    <a:lnTo>
                      <a:pt x="595395" y="742878"/>
                    </a:lnTo>
                    <a:lnTo>
                      <a:pt x="600056" y="738562"/>
                    </a:lnTo>
                    <a:lnTo>
                      <a:pt x="610382" y="730533"/>
                    </a:lnTo>
                    <a:lnTo>
                      <a:pt x="709149" y="637542"/>
                    </a:lnTo>
                    <a:lnTo>
                      <a:pt x="709179" y="637514"/>
                    </a:lnTo>
                    <a:lnTo>
                      <a:pt x="736958" y="604000"/>
                    </a:lnTo>
                    <a:lnTo>
                      <a:pt x="749330" y="592013"/>
                    </a:lnTo>
                    <a:cubicBezTo>
                      <a:pt x="784760" y="553219"/>
                      <a:pt x="818822" y="511182"/>
                      <a:pt x="850947" y="466156"/>
                    </a:cubicBezTo>
                    <a:cubicBezTo>
                      <a:pt x="947323" y="331075"/>
                      <a:pt x="1012578" y="188265"/>
                      <a:pt x="1045270" y="54505"/>
                    </a:cubicBezTo>
                    <a:lnTo>
                      <a:pt x="1051376" y="1803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3DA6F648-83EC-0164-376E-FC8D85F63A88}"/>
                  </a:ext>
                </a:extLst>
              </p:cNvPr>
              <p:cNvSpPr/>
              <p:nvPr/>
            </p:nvSpPr>
            <p:spPr>
              <a:xfrm>
                <a:off x="1781426" y="1911177"/>
                <a:ext cx="1758778" cy="1565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ED997D98-B6D7-046A-D38F-3E25185410B3}"/>
                  </a:ext>
                </a:extLst>
              </p:cNvPr>
              <p:cNvSpPr/>
              <p:nvPr/>
            </p:nvSpPr>
            <p:spPr>
              <a:xfrm>
                <a:off x="1878227" y="5449330"/>
                <a:ext cx="1544595" cy="148325"/>
              </a:xfrm>
              <a:custGeom>
                <a:avLst/>
                <a:gdLst>
                  <a:gd name="connsiteX0" fmla="*/ 0 w 1544595"/>
                  <a:gd name="connsiteY0" fmla="*/ 0 h 148325"/>
                  <a:gd name="connsiteX1" fmla="*/ 803189 w 1544595"/>
                  <a:gd name="connsiteY1" fmla="*/ 148281 h 148325"/>
                  <a:gd name="connsiteX2" fmla="*/ 1544595 w 1544595"/>
                  <a:gd name="connsiteY2" fmla="*/ 12356 h 148325"/>
                  <a:gd name="connsiteX0" fmla="*/ 0 w 1544595"/>
                  <a:gd name="connsiteY0" fmla="*/ 0 h 148325"/>
                  <a:gd name="connsiteX1" fmla="*/ 803189 w 1544595"/>
                  <a:gd name="connsiteY1" fmla="*/ 148281 h 148325"/>
                  <a:gd name="connsiteX2" fmla="*/ 1544595 w 1544595"/>
                  <a:gd name="connsiteY2" fmla="*/ 12356 h 148325"/>
                  <a:gd name="connsiteX0" fmla="*/ 0 w 1544595"/>
                  <a:gd name="connsiteY0" fmla="*/ 0 h 148325"/>
                  <a:gd name="connsiteX1" fmla="*/ 803189 w 1544595"/>
                  <a:gd name="connsiteY1" fmla="*/ 148281 h 148325"/>
                  <a:gd name="connsiteX2" fmla="*/ 1544595 w 1544595"/>
                  <a:gd name="connsiteY2" fmla="*/ 12356 h 14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4595" h="148325">
                    <a:moveTo>
                      <a:pt x="0" y="0"/>
                    </a:moveTo>
                    <a:cubicBezTo>
                      <a:pt x="272878" y="73111"/>
                      <a:pt x="385119" y="146222"/>
                      <a:pt x="803189" y="148281"/>
                    </a:cubicBezTo>
                    <a:cubicBezTo>
                      <a:pt x="1221259" y="150340"/>
                      <a:pt x="1302608" y="81348"/>
                      <a:pt x="1544595" y="12356"/>
                    </a:cubicBezTo>
                  </a:path>
                </a:pathLst>
              </a:cu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5731E6B-46AF-D2ED-9F88-502F8F0D1549}"/>
                  </a:ext>
                </a:extLst>
              </p:cNvPr>
              <p:cNvSpPr/>
              <p:nvPr/>
            </p:nvSpPr>
            <p:spPr>
              <a:xfrm>
                <a:off x="2563789" y="3196279"/>
                <a:ext cx="194051" cy="481913"/>
              </a:xfrm>
              <a:prstGeom prst="rect">
                <a:avLst/>
              </a:prstGeom>
              <a:solidFill>
                <a:srgbClr val="485A4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01FBE46-66FC-B12E-EB24-C754B41029C2}"/>
                </a:ext>
              </a:extLst>
            </p:cNvPr>
            <p:cNvGrpSpPr/>
            <p:nvPr/>
          </p:nvGrpSpPr>
          <p:grpSpPr>
            <a:xfrm>
              <a:off x="4309939" y="5305725"/>
              <a:ext cx="2215272" cy="943896"/>
              <a:chOff x="4178708" y="5116464"/>
              <a:chExt cx="2215272" cy="943896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84FA5F72-D29D-4C00-09F4-EE470253B0B3}"/>
                  </a:ext>
                </a:extLst>
              </p:cNvPr>
              <p:cNvSpPr/>
              <p:nvPr/>
            </p:nvSpPr>
            <p:spPr>
              <a:xfrm>
                <a:off x="5450084" y="5116464"/>
                <a:ext cx="943896" cy="9438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3DA0D06-060B-E630-71A4-ADDD8626B966}"/>
                  </a:ext>
                </a:extLst>
              </p:cNvPr>
              <p:cNvSpPr/>
              <p:nvPr/>
            </p:nvSpPr>
            <p:spPr>
              <a:xfrm>
                <a:off x="4178708" y="5116464"/>
                <a:ext cx="943896" cy="9438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EA2CAC64-7DA5-771A-A43C-C4EC1C8ED525}"/>
                </a:ext>
              </a:extLst>
            </p:cNvPr>
            <p:cNvSpPr txBox="1"/>
            <p:nvPr/>
          </p:nvSpPr>
          <p:spPr>
            <a:xfrm>
              <a:off x="3156153" y="4618780"/>
              <a:ext cx="1309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</a:t>
              </a:r>
              <a:endParaRPr lang="zh-CN" altLang="en-US" sz="24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5209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思源黑体 CN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1</cp:revision>
  <dcterms:created xsi:type="dcterms:W3CDTF">2025-07-11T14:36:03Z</dcterms:created>
  <dcterms:modified xsi:type="dcterms:W3CDTF">2025-07-11T14:59:36Z</dcterms:modified>
</cp:coreProperties>
</file>