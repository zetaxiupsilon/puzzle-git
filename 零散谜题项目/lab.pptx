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2B5028-9AF1-8FBB-F566-6225C321D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051150-15A3-446B-C86A-D2A81B92A1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D32984-36F9-FE2B-0C5D-6558C71C5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627F-FBFF-40A8-B911-2BB53F6142E3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0A0CF4-5D92-9B15-0327-DF78061DC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44813A-FA7C-1549-6E37-CED2A3C4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3AF1-F9FE-4BF5-842C-923A94100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276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85BF90-5136-AD15-7F16-D5F080E45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211B41-7C8F-4F6B-65F3-55892EDCA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02B623-E7AF-3159-A14A-308A8F69C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627F-FBFF-40A8-B911-2BB53F6142E3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9C8790-E59F-54F2-42FF-C9038EE15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61A92F-3CEE-157F-6694-96F9CF297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3AF1-F9FE-4BF5-842C-923A94100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563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D3B9E-7E0D-80D6-585E-D0F67FCA6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01498C-3361-C15F-1564-AF3FEF723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E45347-FAFF-F466-4D88-B50B4030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627F-FBFF-40A8-B911-2BB53F6142E3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48EC68-D5B3-0F8F-5063-3DC16B4FD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1DEF91-E98A-1F97-3663-53AB2D24A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3AF1-F9FE-4BF5-842C-923A94100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909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ECBCD-42BC-F1E5-E5FE-D047A0679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812C53-53B9-FAAE-0286-1E7A3ED14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BD02A1-F27A-94C8-56A6-145AD4AE1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853757-1B0F-EACC-698E-C2571FA8B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627F-FBFF-40A8-B911-2BB53F6142E3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53AA5B-538E-10CC-7ECC-9C6407AF5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5D483A-A31D-3E62-FAD8-179BD376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3AF1-F9FE-4BF5-842C-923A94100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191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87C859-B55D-8436-738B-250A6ADCA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1D8D00-4964-E0CE-B9AB-1AE43071B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A0D396-0834-3223-89AE-EA7130F91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9139AE-4D2E-34B9-F7B7-FBFA977C7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62BDC0-EFD5-28CB-ED09-EC45BEE84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338E66-1908-F780-E258-BA55801D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627F-FBFF-40A8-B911-2BB53F6142E3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82F5328-5D9C-48B9-3C7C-798C727DA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A8F21B-9DD9-7610-1D74-D6FFFA8A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3AF1-F9FE-4BF5-842C-923A94100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43701-3596-1E49-3D05-2A64C375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70F90B7-2293-D0A6-1694-F120CFD31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627F-FBFF-40A8-B911-2BB53F6142E3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7F61B3-B248-545D-B01A-2C328DD91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E15265-1C1D-51D5-F4E7-1A96AE57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3AF1-F9FE-4BF5-842C-923A94100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7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5E4D2CD-1B4B-4486-A110-E01DDF201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627F-FBFF-40A8-B911-2BB53F6142E3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9D9148-63BA-5519-6C09-B4180673C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D6412E-94A1-046F-7E32-D208017D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3AF1-F9FE-4BF5-842C-923A94100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479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908BBC-6213-4FB7-FAE3-438DC7890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75E447-7690-1112-EEC8-8E4155DA8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FE8D84-3401-DAF9-7495-35F4BAF56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480185-B5D6-C80B-2A78-D1CF21648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627F-FBFF-40A8-B911-2BB53F6142E3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5A5FF4-6B79-0EC5-ABDF-C3321F714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13EE31-45DF-E6F1-812C-D5004AA2B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3AF1-F9FE-4BF5-842C-923A94100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231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870C4-250E-5706-CE36-C0657F013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403CE5-F28F-7508-C810-49EE5CBBE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E8D1E7-9CC8-A94A-AE4A-FE48B8E02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36A02D-7C72-25F8-2B5E-3FEE333D1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627F-FBFF-40A8-B911-2BB53F6142E3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925B6A-0BD2-6BEF-669C-5469F3B25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1B724D-C8F4-F1FA-86AD-D9B666A8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3AF1-F9FE-4BF5-842C-923A94100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981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FBD9A-FADF-454D-1843-9085ECBAD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DB6DAC-3A02-5D04-D6B2-E38E6081D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7C8AD7-2532-4FD3-7688-C32446D79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627F-FBFF-40A8-B911-2BB53F6142E3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37B83A-B77B-5C6D-3EF7-6421667B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AA80E4-2948-9A21-1230-1339B0FBD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3AF1-F9FE-4BF5-842C-923A94100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90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8238CA-1597-CD8E-2DAE-1BDE34903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7E1ADB-200F-FB07-C785-261FDB92E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18F0F3-585F-6AA1-294B-18FC933D9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627F-FBFF-40A8-B911-2BB53F6142E3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2F233D-B56B-4CD9-16A9-CD8CD7DC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86D8A4-2E61-6C06-3E3C-F8CD31DB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3AF1-F9FE-4BF5-842C-923A94100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043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BC1BFC8-FFC7-31DC-0B3D-8B2AA7493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5FD6D0-B510-1043-6445-4B54B8622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11D81B-9E6F-4A87-04C8-93AC68B553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E627F-FBFF-40A8-B911-2BB53F6142E3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0DE499-E83D-17BF-086F-C2F83B4AB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9F385E-93FD-0F94-9C92-415466F3A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DC3AF1-F9FE-4BF5-842C-923A94100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18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>
            <a:extLst>
              <a:ext uri="{FF2B5EF4-FFF2-40B4-BE49-F238E27FC236}">
                <a16:creationId xmlns:a16="http://schemas.microsoft.com/office/drawing/2014/main" id="{C01286FB-2A78-5155-0580-DE1F9A20C0BE}"/>
              </a:ext>
            </a:extLst>
          </p:cNvPr>
          <p:cNvGrpSpPr/>
          <p:nvPr/>
        </p:nvGrpSpPr>
        <p:grpSpPr>
          <a:xfrm>
            <a:off x="929148" y="1039761"/>
            <a:ext cx="10333704" cy="4778477"/>
            <a:chOff x="550606" y="943897"/>
            <a:chExt cx="10333704" cy="4778477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81A8DC72-3538-4449-AE96-D05B0BF81516}"/>
                </a:ext>
              </a:extLst>
            </p:cNvPr>
            <p:cNvSpPr/>
            <p:nvPr/>
          </p:nvSpPr>
          <p:spPr>
            <a:xfrm>
              <a:off x="550606" y="943897"/>
              <a:ext cx="10333704" cy="47784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A5FF4E-650E-6F64-54C6-C9119F8FC83E}"/>
                </a:ext>
              </a:extLst>
            </p:cNvPr>
            <p:cNvSpPr/>
            <p:nvPr/>
          </p:nvSpPr>
          <p:spPr>
            <a:xfrm>
              <a:off x="894736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2FB10A8-3AB7-B403-EE10-5B215585880A}"/>
                </a:ext>
              </a:extLst>
            </p:cNvPr>
            <p:cNvSpPr/>
            <p:nvPr/>
          </p:nvSpPr>
          <p:spPr>
            <a:xfrm>
              <a:off x="1189704" y="3057832"/>
              <a:ext cx="294968" cy="5702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3A5BE19-E02D-076D-2C6F-9BCC6DDB9207}"/>
                </a:ext>
              </a:extLst>
            </p:cNvPr>
            <p:cNvSpPr/>
            <p:nvPr/>
          </p:nvSpPr>
          <p:spPr>
            <a:xfrm>
              <a:off x="1484672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9261D09-F7D6-49C9-1E48-D3221B5BDC7F}"/>
                </a:ext>
              </a:extLst>
            </p:cNvPr>
            <p:cNvSpPr/>
            <p:nvPr/>
          </p:nvSpPr>
          <p:spPr>
            <a:xfrm>
              <a:off x="1779640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87311D0-808D-7A28-9647-D86A00A6E095}"/>
                </a:ext>
              </a:extLst>
            </p:cNvPr>
            <p:cNvSpPr/>
            <p:nvPr/>
          </p:nvSpPr>
          <p:spPr>
            <a:xfrm>
              <a:off x="2074608" y="3057832"/>
              <a:ext cx="294968" cy="5702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BCF7022-CE2E-32E5-7D50-0BA834027C5F}"/>
                </a:ext>
              </a:extLst>
            </p:cNvPr>
            <p:cNvSpPr/>
            <p:nvPr/>
          </p:nvSpPr>
          <p:spPr>
            <a:xfrm>
              <a:off x="2664544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928BE31-1901-F0ED-BA3A-F9660B8D53D3}"/>
                </a:ext>
              </a:extLst>
            </p:cNvPr>
            <p:cNvSpPr/>
            <p:nvPr/>
          </p:nvSpPr>
          <p:spPr>
            <a:xfrm>
              <a:off x="2959512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9C2EEB1-DEDB-56EB-E5B7-549B184FEB74}"/>
                </a:ext>
              </a:extLst>
            </p:cNvPr>
            <p:cNvSpPr/>
            <p:nvPr/>
          </p:nvSpPr>
          <p:spPr>
            <a:xfrm>
              <a:off x="3254480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5A1E8D2-C411-4CE0-1B1F-9F83FDB2AA3B}"/>
                </a:ext>
              </a:extLst>
            </p:cNvPr>
            <p:cNvSpPr/>
            <p:nvPr/>
          </p:nvSpPr>
          <p:spPr>
            <a:xfrm>
              <a:off x="3844416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A4A7E2A-85DD-C305-0002-2AA3A036A7BF}"/>
                </a:ext>
              </a:extLst>
            </p:cNvPr>
            <p:cNvSpPr/>
            <p:nvPr/>
          </p:nvSpPr>
          <p:spPr>
            <a:xfrm>
              <a:off x="4139384" y="3057832"/>
              <a:ext cx="294968" cy="5702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2197AA8-687B-51CA-0116-1C869AC34A79}"/>
                </a:ext>
              </a:extLst>
            </p:cNvPr>
            <p:cNvSpPr/>
            <p:nvPr/>
          </p:nvSpPr>
          <p:spPr>
            <a:xfrm>
              <a:off x="4434352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48A516B-696F-1C35-B229-FEA6CCFBD7DE}"/>
                </a:ext>
              </a:extLst>
            </p:cNvPr>
            <p:cNvSpPr/>
            <p:nvPr/>
          </p:nvSpPr>
          <p:spPr>
            <a:xfrm>
              <a:off x="4729320" y="3057832"/>
              <a:ext cx="294968" cy="5702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4C946A5-AB1C-D88D-79BA-DC08C13B6227}"/>
                </a:ext>
              </a:extLst>
            </p:cNvPr>
            <p:cNvSpPr/>
            <p:nvPr/>
          </p:nvSpPr>
          <p:spPr>
            <a:xfrm>
              <a:off x="5024288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0EE04D3-63A7-49AB-2D55-0ED36274368B}"/>
                </a:ext>
              </a:extLst>
            </p:cNvPr>
            <p:cNvSpPr/>
            <p:nvPr/>
          </p:nvSpPr>
          <p:spPr>
            <a:xfrm>
              <a:off x="5319256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左大括号 21">
              <a:extLst>
                <a:ext uri="{FF2B5EF4-FFF2-40B4-BE49-F238E27FC236}">
                  <a16:creationId xmlns:a16="http://schemas.microsoft.com/office/drawing/2014/main" id="{DC04B887-CDA0-3ECA-DBDE-2FB2DEBD50F5}"/>
                </a:ext>
              </a:extLst>
            </p:cNvPr>
            <p:cNvSpPr/>
            <p:nvPr/>
          </p:nvSpPr>
          <p:spPr>
            <a:xfrm>
              <a:off x="5869862" y="1307691"/>
              <a:ext cx="550602" cy="4080386"/>
            </a:xfrm>
            <a:prstGeom prst="leftBrace">
              <a:avLst>
                <a:gd name="adj1" fmla="val 41496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201E998-E495-F7AD-0D36-7B13D14064DF}"/>
                </a:ext>
              </a:extLst>
            </p:cNvPr>
            <p:cNvSpPr txBox="1"/>
            <p:nvPr/>
          </p:nvSpPr>
          <p:spPr>
            <a:xfrm>
              <a:off x="6420464" y="1349169"/>
              <a:ext cx="845574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44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∈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97A1D8D-0B53-E1AC-4D09-5D71A137FEEA}"/>
                </a:ext>
              </a:extLst>
            </p:cNvPr>
            <p:cNvSpPr/>
            <p:nvPr/>
          </p:nvSpPr>
          <p:spPr>
            <a:xfrm>
              <a:off x="7266038" y="1420764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C73F2FE-E42B-795E-BEB1-84A60954BF54}"/>
                </a:ext>
              </a:extLst>
            </p:cNvPr>
            <p:cNvSpPr/>
            <p:nvPr/>
          </p:nvSpPr>
          <p:spPr>
            <a:xfrm>
              <a:off x="7561006" y="1420764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9991885-AEC4-17C5-29C6-381651EF0A65}"/>
                </a:ext>
              </a:extLst>
            </p:cNvPr>
            <p:cNvSpPr/>
            <p:nvPr/>
          </p:nvSpPr>
          <p:spPr>
            <a:xfrm>
              <a:off x="7855974" y="1420764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0E1C5DB-2CCF-6DA9-7320-BEE2EDBB7545}"/>
                </a:ext>
              </a:extLst>
            </p:cNvPr>
            <p:cNvSpPr/>
            <p:nvPr/>
          </p:nvSpPr>
          <p:spPr>
            <a:xfrm>
              <a:off x="8150942" y="1420764"/>
              <a:ext cx="294968" cy="5702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9BF5CED8-718A-702B-EB0F-B74A0A81A19F}"/>
                </a:ext>
              </a:extLst>
            </p:cNvPr>
            <p:cNvSpPr/>
            <p:nvPr/>
          </p:nvSpPr>
          <p:spPr>
            <a:xfrm>
              <a:off x="8445910" y="1420764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5F211C4-A85A-E180-7EF2-BECDEA4C533A}"/>
                </a:ext>
              </a:extLst>
            </p:cNvPr>
            <p:cNvSpPr/>
            <p:nvPr/>
          </p:nvSpPr>
          <p:spPr>
            <a:xfrm>
              <a:off x="9035846" y="1420764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3015F11-288C-EF5C-425F-64AE80A91C0C}"/>
                </a:ext>
              </a:extLst>
            </p:cNvPr>
            <p:cNvSpPr/>
            <p:nvPr/>
          </p:nvSpPr>
          <p:spPr>
            <a:xfrm>
              <a:off x="9330814" y="1420764"/>
              <a:ext cx="294968" cy="5702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79F7F7D-B1F3-2598-25D9-8F926F053E06}"/>
                </a:ext>
              </a:extLst>
            </p:cNvPr>
            <p:cNvSpPr/>
            <p:nvPr/>
          </p:nvSpPr>
          <p:spPr>
            <a:xfrm>
              <a:off x="9625782" y="1420764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F63EED5-C8CA-B918-1CA9-8B326F6E28E1}"/>
                </a:ext>
              </a:extLst>
            </p:cNvPr>
            <p:cNvSpPr/>
            <p:nvPr/>
          </p:nvSpPr>
          <p:spPr>
            <a:xfrm>
              <a:off x="9920750" y="1420764"/>
              <a:ext cx="294968" cy="5702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A4790831-27A2-8A6F-DD98-2D12912152B4}"/>
                </a:ext>
              </a:extLst>
            </p:cNvPr>
            <p:cNvSpPr/>
            <p:nvPr/>
          </p:nvSpPr>
          <p:spPr>
            <a:xfrm>
              <a:off x="10215718" y="1420764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E7F7DB0B-F451-0A2F-FDCC-9EE0EEEE4816}"/>
                </a:ext>
              </a:extLst>
            </p:cNvPr>
            <p:cNvSpPr txBox="1"/>
            <p:nvPr/>
          </p:nvSpPr>
          <p:spPr>
            <a:xfrm>
              <a:off x="6420464" y="4618636"/>
              <a:ext cx="845574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44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∈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61252C0-57EE-D673-28EB-A42A44CDE820}"/>
                </a:ext>
              </a:extLst>
            </p:cNvPr>
            <p:cNvSpPr/>
            <p:nvPr/>
          </p:nvSpPr>
          <p:spPr>
            <a:xfrm>
              <a:off x="7266038" y="4690231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5FF0A1A5-AF75-751B-1BE5-E62CB3ED2BB6}"/>
                </a:ext>
              </a:extLst>
            </p:cNvPr>
            <p:cNvSpPr/>
            <p:nvPr/>
          </p:nvSpPr>
          <p:spPr>
            <a:xfrm>
              <a:off x="7561006" y="4690231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ED72778-4965-EC15-C085-AC58F531962A}"/>
                </a:ext>
              </a:extLst>
            </p:cNvPr>
            <p:cNvSpPr/>
            <p:nvPr/>
          </p:nvSpPr>
          <p:spPr>
            <a:xfrm>
              <a:off x="7855974" y="4690231"/>
              <a:ext cx="294968" cy="5702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EFAE69ED-9A43-1B9A-693E-FA98AEF609CC}"/>
                </a:ext>
              </a:extLst>
            </p:cNvPr>
            <p:cNvSpPr/>
            <p:nvPr/>
          </p:nvSpPr>
          <p:spPr>
            <a:xfrm>
              <a:off x="8150942" y="4690231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E7FC74C-18C8-8E1F-D324-B40146C419BE}"/>
                </a:ext>
              </a:extLst>
            </p:cNvPr>
            <p:cNvSpPr/>
            <p:nvPr/>
          </p:nvSpPr>
          <p:spPr>
            <a:xfrm>
              <a:off x="8445910" y="4690231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96CF82CB-F89F-2902-46AC-A8ED8A23B35F}"/>
                </a:ext>
              </a:extLst>
            </p:cNvPr>
            <p:cNvSpPr/>
            <p:nvPr/>
          </p:nvSpPr>
          <p:spPr>
            <a:xfrm>
              <a:off x="8740878" y="4690231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D6173901-5492-6A97-1D76-22D6ADD0A3B9}"/>
                </a:ext>
              </a:extLst>
            </p:cNvPr>
            <p:cNvSpPr/>
            <p:nvPr/>
          </p:nvSpPr>
          <p:spPr>
            <a:xfrm>
              <a:off x="9035846" y="4690231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482A6D47-B4F4-CB09-3FE9-5B6CD11C4722}"/>
                </a:ext>
              </a:extLst>
            </p:cNvPr>
            <p:cNvSpPr txBox="1"/>
            <p:nvPr/>
          </p:nvSpPr>
          <p:spPr>
            <a:xfrm>
              <a:off x="2333715" y="3775586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（音乐作品）</a:t>
              </a:r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8A2060F9-1E9B-5B6B-1E5A-49DBDBBC4B8E}"/>
                </a:ext>
              </a:extLst>
            </p:cNvPr>
            <p:cNvCxnSpPr>
              <a:cxnSpLocks/>
            </p:cNvCxnSpPr>
            <p:nvPr/>
          </p:nvCxnSpPr>
          <p:spPr>
            <a:xfrm>
              <a:off x="9035846" y="2118610"/>
              <a:ext cx="14748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FAF571FA-8348-9505-8696-55C0403BE2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0814" y="2118610"/>
              <a:ext cx="452283" cy="2571621"/>
            </a:xfrm>
            <a:prstGeom prst="straightConnector1">
              <a:avLst/>
            </a:prstGeom>
            <a:ln>
              <a:solidFill>
                <a:srgbClr val="00B0F0"/>
              </a:solidFill>
              <a:prstDash val="lg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DA78DE5E-56DC-C94F-1C33-954BD4A77D19}"/>
                </a:ext>
              </a:extLst>
            </p:cNvPr>
            <p:cNvSpPr txBox="1"/>
            <p:nvPr/>
          </p:nvSpPr>
          <p:spPr>
            <a:xfrm>
              <a:off x="9429139" y="3975641"/>
              <a:ext cx="110799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0070C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该义项中</a:t>
              </a:r>
              <a:endParaRPr lang="en-US" altLang="zh-CN">
                <a:solidFill>
                  <a:srgbClr val="0070C0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r>
                <a:rPr lang="zh-CN" altLang="en-US">
                  <a:solidFill>
                    <a:srgbClr val="0070C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作者为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6C530E1A-58A0-FF96-02BE-C55B6DF5755E}"/>
                </a:ext>
              </a:extLst>
            </p:cNvPr>
            <p:cNvSpPr txBox="1"/>
            <p:nvPr/>
          </p:nvSpPr>
          <p:spPr>
            <a:xfrm>
              <a:off x="771388" y="1241673"/>
              <a:ext cx="42975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实验性题目   </a:t>
              </a:r>
              <a:r>
                <a:rPr lang="en-US" altLang="zh-CN" sz="2000" i="1">
                  <a:solidFill>
                    <a:schemeClr val="bg1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@Zeta-Xi-Upsilon</a:t>
              </a:r>
              <a:endParaRPr lang="zh-CN" altLang="en-US" sz="2800" i="1">
                <a:solidFill>
                  <a:schemeClr val="bg1">
                    <a:lumMod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83E876C9-C7C8-8959-E5D8-107837030E64}"/>
                </a:ext>
              </a:extLst>
            </p:cNvPr>
            <p:cNvSpPr txBox="1"/>
            <p:nvPr/>
          </p:nvSpPr>
          <p:spPr>
            <a:xfrm>
              <a:off x="604393" y="4975366"/>
              <a:ext cx="5211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请回答该作品名。</a:t>
              </a:r>
              <a:r>
                <a:rPr lang="zh-CN" altLang="en-US" sz="1200">
                  <a:solidFill>
                    <a:schemeClr val="bg1">
                      <a:lumMod val="8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（是的，我</a:t>
              </a:r>
              <a:r>
                <a:rPr lang="zh-CN" altLang="en-US" sz="1200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舍弃</a:t>
              </a:r>
              <a:r>
                <a:rPr lang="zh-CN" altLang="en-US" sz="1200">
                  <a:solidFill>
                    <a:schemeClr val="bg1">
                      <a:lumMod val="8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提取步骤了。）</a:t>
              </a:r>
              <a:endParaRPr lang="zh-CN" altLang="en-US" sz="2800">
                <a:solidFill>
                  <a:schemeClr val="bg1">
                    <a:lumMod val="85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5057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46BDF-DABF-9489-A257-17BF293BE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>
            <a:extLst>
              <a:ext uri="{FF2B5EF4-FFF2-40B4-BE49-F238E27FC236}">
                <a16:creationId xmlns:a16="http://schemas.microsoft.com/office/drawing/2014/main" id="{D08906D3-4B1D-54D9-A00D-3B8B9B1972E0}"/>
              </a:ext>
            </a:extLst>
          </p:cNvPr>
          <p:cNvGrpSpPr/>
          <p:nvPr/>
        </p:nvGrpSpPr>
        <p:grpSpPr>
          <a:xfrm>
            <a:off x="929148" y="1039761"/>
            <a:ext cx="10333704" cy="4778477"/>
            <a:chOff x="550606" y="943897"/>
            <a:chExt cx="10333704" cy="4778477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12895520-ECA5-15F5-2C4A-92A43816C642}"/>
                </a:ext>
              </a:extLst>
            </p:cNvPr>
            <p:cNvSpPr/>
            <p:nvPr/>
          </p:nvSpPr>
          <p:spPr>
            <a:xfrm>
              <a:off x="550606" y="943897"/>
              <a:ext cx="10333704" cy="47784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0E79AE3-E602-16E1-AD88-614D9202C34D}"/>
                </a:ext>
              </a:extLst>
            </p:cNvPr>
            <p:cNvSpPr/>
            <p:nvPr/>
          </p:nvSpPr>
          <p:spPr>
            <a:xfrm>
              <a:off x="894736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L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873639A-EBD9-CD2E-EADD-84ADD4508CCD}"/>
                </a:ext>
              </a:extLst>
            </p:cNvPr>
            <p:cNvSpPr/>
            <p:nvPr/>
          </p:nvSpPr>
          <p:spPr>
            <a:xfrm>
              <a:off x="1189704" y="3057832"/>
              <a:ext cx="294968" cy="5702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e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EE93549-7CA4-9203-509D-AC17653F6CB9}"/>
                </a:ext>
              </a:extLst>
            </p:cNvPr>
            <p:cNvSpPr/>
            <p:nvPr/>
          </p:nvSpPr>
          <p:spPr>
            <a:xfrm>
              <a:off x="1484672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a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401EBA7-948A-F9BA-0C3F-AD9165784F68}"/>
                </a:ext>
              </a:extLst>
            </p:cNvPr>
            <p:cNvSpPr/>
            <p:nvPr/>
          </p:nvSpPr>
          <p:spPr>
            <a:xfrm>
              <a:off x="1779640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v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17A8E98-7063-780A-8721-DA78A4B611BA}"/>
                </a:ext>
              </a:extLst>
            </p:cNvPr>
            <p:cNvSpPr/>
            <p:nvPr/>
          </p:nvSpPr>
          <p:spPr>
            <a:xfrm>
              <a:off x="2074608" y="3057832"/>
              <a:ext cx="294968" cy="5702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e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8AB8BD0-81E8-0DC3-D2CF-195F8F0F3377}"/>
                </a:ext>
              </a:extLst>
            </p:cNvPr>
            <p:cNvSpPr/>
            <p:nvPr/>
          </p:nvSpPr>
          <p:spPr>
            <a:xfrm>
              <a:off x="2664544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A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DE94815-EFF0-B10B-F63F-19FEBB375D65}"/>
                </a:ext>
              </a:extLst>
            </p:cNvPr>
            <p:cNvSpPr/>
            <p:nvPr/>
          </p:nvSpPr>
          <p:spPr>
            <a:xfrm>
              <a:off x="2959512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l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492135E-1C72-8832-B4B6-D76F049DAB07}"/>
                </a:ext>
              </a:extLst>
            </p:cNvPr>
            <p:cNvSpPr/>
            <p:nvPr/>
          </p:nvSpPr>
          <p:spPr>
            <a:xfrm>
              <a:off x="3254480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l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3AA76D6-0F5E-468B-1DDC-B03575F38C6D}"/>
                </a:ext>
              </a:extLst>
            </p:cNvPr>
            <p:cNvSpPr/>
            <p:nvPr/>
          </p:nvSpPr>
          <p:spPr>
            <a:xfrm>
              <a:off x="3844416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B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4E946EF-857D-53D9-86CD-98705F0565F4}"/>
                </a:ext>
              </a:extLst>
            </p:cNvPr>
            <p:cNvSpPr/>
            <p:nvPr/>
          </p:nvSpPr>
          <p:spPr>
            <a:xfrm>
              <a:off x="4139384" y="3057832"/>
              <a:ext cx="294968" cy="5702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e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984A5D6-C6FB-592D-8462-29AD8E5B769F}"/>
                </a:ext>
              </a:extLst>
            </p:cNvPr>
            <p:cNvSpPr/>
            <p:nvPr/>
          </p:nvSpPr>
          <p:spPr>
            <a:xfrm>
              <a:off x="4434352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h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1398A67-7C85-7540-9542-8D56E3D15916}"/>
                </a:ext>
              </a:extLst>
            </p:cNvPr>
            <p:cNvSpPr/>
            <p:nvPr/>
          </p:nvSpPr>
          <p:spPr>
            <a:xfrm>
              <a:off x="4729320" y="3057832"/>
              <a:ext cx="294968" cy="5702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i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A66CD86-50A0-D5A5-F3E5-892CFC0859C2}"/>
                </a:ext>
              </a:extLst>
            </p:cNvPr>
            <p:cNvSpPr/>
            <p:nvPr/>
          </p:nvSpPr>
          <p:spPr>
            <a:xfrm>
              <a:off x="5024288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n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852752C-402A-B459-4486-D67836F70AF8}"/>
                </a:ext>
              </a:extLst>
            </p:cNvPr>
            <p:cNvSpPr/>
            <p:nvPr/>
          </p:nvSpPr>
          <p:spPr>
            <a:xfrm>
              <a:off x="5319256" y="3057832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d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2" name="左大括号 21">
              <a:extLst>
                <a:ext uri="{FF2B5EF4-FFF2-40B4-BE49-F238E27FC236}">
                  <a16:creationId xmlns:a16="http://schemas.microsoft.com/office/drawing/2014/main" id="{53C7D5B3-4B95-2A64-9356-4749AE92248D}"/>
                </a:ext>
              </a:extLst>
            </p:cNvPr>
            <p:cNvSpPr/>
            <p:nvPr/>
          </p:nvSpPr>
          <p:spPr>
            <a:xfrm>
              <a:off x="5869862" y="1307691"/>
              <a:ext cx="550602" cy="4080386"/>
            </a:xfrm>
            <a:prstGeom prst="leftBrace">
              <a:avLst>
                <a:gd name="adj1" fmla="val 41496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AF56B99-058B-605D-E5A1-FA16DE01169C}"/>
                </a:ext>
              </a:extLst>
            </p:cNvPr>
            <p:cNvSpPr txBox="1"/>
            <p:nvPr/>
          </p:nvSpPr>
          <p:spPr>
            <a:xfrm>
              <a:off x="6420464" y="1349169"/>
              <a:ext cx="845574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44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∈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169BB34-93D4-B115-6684-3972BB1CE061}"/>
                </a:ext>
              </a:extLst>
            </p:cNvPr>
            <p:cNvSpPr/>
            <p:nvPr/>
          </p:nvSpPr>
          <p:spPr>
            <a:xfrm>
              <a:off x="7266038" y="1420764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K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4E9C585-B0E8-5665-59DA-9C23DE173E3B}"/>
                </a:ext>
              </a:extLst>
            </p:cNvPr>
            <p:cNvSpPr/>
            <p:nvPr/>
          </p:nvSpPr>
          <p:spPr>
            <a:xfrm>
              <a:off x="7561006" y="1420764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a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06A3C278-DD9C-F66D-5C54-0B4E2F6CD62C}"/>
                </a:ext>
              </a:extLst>
            </p:cNvPr>
            <p:cNvSpPr/>
            <p:nvPr/>
          </p:nvSpPr>
          <p:spPr>
            <a:xfrm>
              <a:off x="7855974" y="1420764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m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D631220-E2FA-20E2-5E82-46DDD58E6882}"/>
                </a:ext>
              </a:extLst>
            </p:cNvPr>
            <p:cNvSpPr/>
            <p:nvPr/>
          </p:nvSpPr>
          <p:spPr>
            <a:xfrm>
              <a:off x="8150942" y="1420764"/>
              <a:ext cx="294968" cy="5702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e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239D2D5-1F4E-2FFE-B09A-D544DBF5E1C3}"/>
                </a:ext>
              </a:extLst>
            </p:cNvPr>
            <p:cNvSpPr/>
            <p:nvPr/>
          </p:nvSpPr>
          <p:spPr>
            <a:xfrm>
              <a:off x="8445910" y="1420764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n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7ECE3A91-34A3-9431-7FE8-824E14450CFB}"/>
                </a:ext>
              </a:extLst>
            </p:cNvPr>
            <p:cNvSpPr/>
            <p:nvPr/>
          </p:nvSpPr>
          <p:spPr>
            <a:xfrm>
              <a:off x="9035846" y="1420764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R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C559EEE-F06A-9380-1490-ED3BB4474ACC}"/>
                </a:ext>
              </a:extLst>
            </p:cNvPr>
            <p:cNvSpPr/>
            <p:nvPr/>
          </p:nvSpPr>
          <p:spPr>
            <a:xfrm>
              <a:off x="9330814" y="1420764"/>
              <a:ext cx="294968" cy="5702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i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6387956-3E7C-AA87-357A-D2491F1CB089}"/>
                </a:ext>
              </a:extLst>
            </p:cNvPr>
            <p:cNvSpPr/>
            <p:nvPr/>
          </p:nvSpPr>
          <p:spPr>
            <a:xfrm>
              <a:off x="9625782" y="1420764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d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5F6E5C2F-F732-1B13-7A8A-3AD13FF465EF}"/>
                </a:ext>
              </a:extLst>
            </p:cNvPr>
            <p:cNvSpPr/>
            <p:nvPr/>
          </p:nvSpPr>
          <p:spPr>
            <a:xfrm>
              <a:off x="9920750" y="1420764"/>
              <a:ext cx="294968" cy="5702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e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1D3DD697-61AC-1E4B-FBF6-082F3AF3F9C4}"/>
                </a:ext>
              </a:extLst>
            </p:cNvPr>
            <p:cNvSpPr/>
            <p:nvPr/>
          </p:nvSpPr>
          <p:spPr>
            <a:xfrm>
              <a:off x="10215718" y="1420764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r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E0A4E85C-0924-FE6C-067D-64BE02DE0829}"/>
                </a:ext>
              </a:extLst>
            </p:cNvPr>
            <p:cNvSpPr txBox="1"/>
            <p:nvPr/>
          </p:nvSpPr>
          <p:spPr>
            <a:xfrm>
              <a:off x="6420464" y="4618636"/>
              <a:ext cx="845574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44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∈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5FCBC3A9-5770-266A-6CB6-C0FDF372BAA9}"/>
                </a:ext>
              </a:extLst>
            </p:cNvPr>
            <p:cNvSpPr/>
            <p:nvPr/>
          </p:nvSpPr>
          <p:spPr>
            <a:xfrm>
              <a:off x="7266038" y="4690231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P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F7C87256-6B57-081D-AE5B-639CF5FF950E}"/>
                </a:ext>
              </a:extLst>
            </p:cNvPr>
            <p:cNvSpPr/>
            <p:nvPr/>
          </p:nvSpPr>
          <p:spPr>
            <a:xfrm>
              <a:off x="7561006" y="4690231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h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83F7BF2A-5E02-F29E-D6F9-F35D520E52EA}"/>
                </a:ext>
              </a:extLst>
            </p:cNvPr>
            <p:cNvSpPr/>
            <p:nvPr/>
          </p:nvSpPr>
          <p:spPr>
            <a:xfrm>
              <a:off x="7855974" y="4690231"/>
              <a:ext cx="294968" cy="5702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i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6066647D-FCB6-0C07-1CC1-6CD108B94141}"/>
                </a:ext>
              </a:extLst>
            </p:cNvPr>
            <p:cNvSpPr/>
            <p:nvPr/>
          </p:nvSpPr>
          <p:spPr>
            <a:xfrm>
              <a:off x="8150942" y="4690231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g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7288F5C-0FBD-C7BA-9DDA-6D76E44BE63C}"/>
                </a:ext>
              </a:extLst>
            </p:cNvPr>
            <p:cNvSpPr/>
            <p:nvPr/>
          </p:nvSpPr>
          <p:spPr>
            <a:xfrm>
              <a:off x="8445910" y="4690231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r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AB4361A-EE65-89C7-DAEF-0114DD3953AC}"/>
                </a:ext>
              </a:extLst>
            </p:cNvPr>
            <p:cNvSpPr/>
            <p:nvPr/>
          </p:nvSpPr>
          <p:spPr>
            <a:xfrm>
              <a:off x="8740878" y="4690231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o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F9A2EC8C-5598-1CC2-3748-4E21938DD10A}"/>
                </a:ext>
              </a:extLst>
            </p:cNvPr>
            <p:cNvSpPr/>
            <p:nvPr/>
          </p:nvSpPr>
          <p:spPr>
            <a:xfrm>
              <a:off x="9035846" y="4690231"/>
              <a:ext cx="294968" cy="57027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</a:rPr>
                <a:t>s</a:t>
              </a: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17B65CD-8FDD-7507-572A-F08EA7A8E742}"/>
                </a:ext>
              </a:extLst>
            </p:cNvPr>
            <p:cNvSpPr txBox="1"/>
            <p:nvPr/>
          </p:nvSpPr>
          <p:spPr>
            <a:xfrm>
              <a:off x="2333715" y="3775586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（音乐作品）</a:t>
              </a:r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E2C9269-97CE-96E0-4EC9-F588ED48ED81}"/>
                </a:ext>
              </a:extLst>
            </p:cNvPr>
            <p:cNvCxnSpPr>
              <a:cxnSpLocks/>
            </p:cNvCxnSpPr>
            <p:nvPr/>
          </p:nvCxnSpPr>
          <p:spPr>
            <a:xfrm>
              <a:off x="9035846" y="2118610"/>
              <a:ext cx="14748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9F324602-42B3-C215-2330-0EB2DCCC1E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0814" y="2118610"/>
              <a:ext cx="452283" cy="2571621"/>
            </a:xfrm>
            <a:prstGeom prst="straightConnector1">
              <a:avLst/>
            </a:prstGeom>
            <a:ln>
              <a:solidFill>
                <a:srgbClr val="00B0F0"/>
              </a:solidFill>
              <a:prstDash val="lg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51236786-5948-51EF-9587-577B07029E49}"/>
                </a:ext>
              </a:extLst>
            </p:cNvPr>
            <p:cNvSpPr txBox="1"/>
            <p:nvPr/>
          </p:nvSpPr>
          <p:spPr>
            <a:xfrm>
              <a:off x="9429139" y="3975641"/>
              <a:ext cx="110799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rgbClr val="0070C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该义项中</a:t>
              </a:r>
              <a:endParaRPr lang="en-US" altLang="zh-CN">
                <a:solidFill>
                  <a:srgbClr val="0070C0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r>
                <a:rPr lang="zh-CN" altLang="en-US">
                  <a:solidFill>
                    <a:srgbClr val="0070C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作者为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601C9B4E-8E7C-FA38-17E8-8ADB2FD1538B}"/>
                </a:ext>
              </a:extLst>
            </p:cNvPr>
            <p:cNvSpPr txBox="1"/>
            <p:nvPr/>
          </p:nvSpPr>
          <p:spPr>
            <a:xfrm>
              <a:off x="771388" y="1241673"/>
              <a:ext cx="42975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实验性题目   </a:t>
              </a:r>
              <a:r>
                <a:rPr lang="en-US" altLang="zh-CN" sz="2000" i="1">
                  <a:solidFill>
                    <a:schemeClr val="bg1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@Zeta-Xi-Upsilon</a:t>
              </a:r>
              <a:endParaRPr lang="zh-CN" altLang="en-US" sz="2800" i="1">
                <a:solidFill>
                  <a:schemeClr val="bg1">
                    <a:lumMod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44C8A1E8-1E26-45B6-1332-A84DC25DCD41}"/>
                </a:ext>
              </a:extLst>
            </p:cNvPr>
            <p:cNvSpPr txBox="1"/>
            <p:nvPr/>
          </p:nvSpPr>
          <p:spPr>
            <a:xfrm>
              <a:off x="604393" y="4975366"/>
              <a:ext cx="5211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请回答该作品名。</a:t>
              </a:r>
              <a:r>
                <a:rPr lang="zh-CN" altLang="en-US" sz="1200">
                  <a:solidFill>
                    <a:schemeClr val="bg1">
                      <a:lumMod val="8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（是的，我</a:t>
              </a:r>
              <a:r>
                <a:rPr lang="zh-CN" altLang="en-US" sz="1200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舍弃</a:t>
              </a:r>
              <a:r>
                <a:rPr lang="zh-CN" altLang="en-US" sz="1200">
                  <a:solidFill>
                    <a:schemeClr val="bg1">
                      <a:lumMod val="8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提取步骤了。）</a:t>
              </a:r>
              <a:endParaRPr lang="zh-CN" altLang="en-US" sz="2800">
                <a:solidFill>
                  <a:schemeClr val="bg1">
                    <a:lumMod val="85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6641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97</Words>
  <Application>Microsoft Office PowerPoint</Application>
  <PresentationFormat>宽屏</PresentationFormat>
  <Paragraphs>45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思源黑体 CN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Xinyi</dc:creator>
  <cp:lastModifiedBy>Zheng, Xinyi</cp:lastModifiedBy>
  <cp:revision>3</cp:revision>
  <dcterms:created xsi:type="dcterms:W3CDTF">2025-09-24T05:13:08Z</dcterms:created>
  <dcterms:modified xsi:type="dcterms:W3CDTF">2026-01-31T03:58:38Z</dcterms:modified>
</cp:coreProperties>
</file>