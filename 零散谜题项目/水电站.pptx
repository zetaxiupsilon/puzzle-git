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9D1DC5-CF1E-837E-FF9E-93C619AEBD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D4126CD-960F-4A96-93B7-5F103B907A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4E4599-F366-1775-2DE1-76339C9B4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044A9-120A-4054-B1E4-C35CF49797E1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C4DB7D-4EB4-6245-F8E8-9AF6C2902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497848-6DB1-19EF-BF63-99E9D6C3A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C32B3-7E60-47D5-9700-74A2245B6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963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F72099-01B8-0812-D1B0-06879DAAB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7D04F8-0C72-A535-0ED2-1B44CF94C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FEFB3E-93AA-BC6F-92EE-546125B9B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044A9-120A-4054-B1E4-C35CF49797E1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F5574A-D906-FBF3-1F63-EF6DFCE8B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D2BAB1-B69F-C755-A213-725FFD3A7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C32B3-7E60-47D5-9700-74A2245B6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696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9C7541-78EE-6806-D6C9-87FC7EA14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69955C-9C2F-0253-881C-9277D1E5D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EAFCDF-9873-922A-54D5-BC210CA8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044A9-120A-4054-B1E4-C35CF49797E1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7C9A7B-CD3F-1665-36B2-4A3611F7D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17D59E-E9C8-CBDE-2C19-4BA23C92D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C32B3-7E60-47D5-9700-74A2245B6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12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ADB82C-A8FC-C50D-E7D8-88068C63B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E98191-7225-BD86-D1EA-BD7C9E690E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87F7E9-24FD-9C8A-2746-3457C7A5B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FEBE70-B526-F03A-4BC6-E5903914C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044A9-120A-4054-B1E4-C35CF49797E1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566AED-ADEB-1683-B5E8-972E050F7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8495D8-4A62-D6CA-FF3C-B1924A4EE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C32B3-7E60-47D5-9700-74A2245B6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1244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9E4F72-5C85-DEF7-6642-B69E2DED3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37B24F-49F0-C383-C06A-B2F42D014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6BEA25-03C6-F6C5-A4E8-31038C22CD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2EAD867-C346-742A-3B57-5D37642225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B2087F5-55C0-5698-4776-95A932010B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516D854-F617-471E-8548-92D6EE46D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044A9-120A-4054-B1E4-C35CF49797E1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D314DCB-6B52-EF0C-7287-4BCDC4A4B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7A9833F-076D-8DAE-B302-E3BA57B5F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C32B3-7E60-47D5-9700-74A2245B6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0113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11938A-6B75-D5C0-AF7C-F2A88344D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2D36F5C-F6F5-D1C1-23C4-6AD0AEF85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044A9-120A-4054-B1E4-C35CF49797E1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C93A0D9-FC22-638F-5F33-FFE818E8B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3B4CD27-81E1-512C-8038-98937270A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C32B3-7E60-47D5-9700-74A2245B6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095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32A36ED-708F-2669-F787-E2C20087B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044A9-120A-4054-B1E4-C35CF49797E1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A56CB1F-D322-7393-6267-0578DB04F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FC9651-A6F8-5CBC-002E-D3E2277F1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C32B3-7E60-47D5-9700-74A2245B6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617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F7FFCB-CE1C-EE2E-B84B-1699E388B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83CA00-B42C-7E55-9A33-BB09D7DA9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90F53DE-D7D9-AB7A-6836-880128AB4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A027E9-87F6-B8CE-277C-3DADF7DFB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044A9-120A-4054-B1E4-C35CF49797E1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6B2645-1A72-CC5F-BF84-26E9AD9DF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EE1FC2-2AF3-A1A8-43C3-5E387E311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C32B3-7E60-47D5-9700-74A2245B6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526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32FFE8-AB59-1562-398C-96C9B85F9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58ED336-F9C9-338F-DA6D-E55FF72C47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9BAC841-DF07-D4C6-CE12-18105584C8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0FE676-FE55-8A9B-BF64-359F00EDE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044A9-120A-4054-B1E4-C35CF49797E1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C4D047-5F45-FFA0-309F-2AEF2BAD9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16DBBD-3DC2-D2D0-855F-C7A9AD2F6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C32B3-7E60-47D5-9700-74A2245B6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756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7A0A05-3F79-B30E-3CB6-DF55607A9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2BC737-15B3-84C7-FEDE-EF216F3F1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CC8D5C-A0A7-472E-7774-AA45E7A7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044A9-120A-4054-B1E4-C35CF49797E1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5D2D7C-BB3B-7803-1C1A-30BDAE98B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5208D1-C8A4-2FD3-6D20-331BA5E87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C32B3-7E60-47D5-9700-74A2245B6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3203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DE5C830-8F32-04DF-B199-5DBE4C3E43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11A6D13-036C-7F99-7AC5-76DE017EC4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56BAD5-8798-3172-C48D-5BE586FDD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044A9-120A-4054-B1E4-C35CF49797E1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BD810F-9FB6-E534-2187-C1FD8267B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CB2221-D65A-CCDB-0366-0587EE361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C32B3-7E60-47D5-9700-74A2245B6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2835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096191F-6972-DC9C-EB95-4229C117B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5915C0-8BAB-09FE-5B38-09E999C54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F004AA-349D-8EBE-8E3B-9A8D3C578C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5044A9-120A-4054-B1E4-C35CF49797E1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D36523-CF60-0B55-53F0-C7B435D498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AACE58-5B39-48FF-1FB5-9111FDAEC2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DC32B3-7E60-47D5-9700-74A2245B6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8722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561AC629-DFD4-9663-5AF1-4558601B0C6D}"/>
              </a:ext>
            </a:extLst>
          </p:cNvPr>
          <p:cNvSpPr/>
          <p:nvPr/>
        </p:nvSpPr>
        <p:spPr>
          <a:xfrm>
            <a:off x="309716" y="32569"/>
            <a:ext cx="11572568" cy="6792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C4FAA80-98FE-A973-0C3E-004286E94EEB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45103" y="1477247"/>
            <a:ext cx="2516837" cy="1515538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BF6631AD-41E0-9F1A-D549-B8B33ACC5F11}"/>
              </a:ext>
            </a:extLst>
          </p:cNvPr>
          <p:cNvGrpSpPr/>
          <p:nvPr/>
        </p:nvGrpSpPr>
        <p:grpSpPr>
          <a:xfrm>
            <a:off x="9722193" y="1209599"/>
            <a:ext cx="1788995" cy="2058039"/>
            <a:chOff x="6779953" y="3870884"/>
            <a:chExt cx="1788995" cy="2038304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CEE61148-3A6F-C50D-6FA5-093064547CB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8335" b="22784"/>
            <a:stretch>
              <a:fillRect/>
            </a:stretch>
          </p:blipFill>
          <p:spPr bwMode="auto">
            <a:xfrm>
              <a:off x="6779953" y="3870884"/>
              <a:ext cx="596331" cy="20383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9B297E52-A515-4ADD-4CF7-CEB3480C89A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665" r="36670" b="22784"/>
            <a:stretch>
              <a:fillRect/>
            </a:stretch>
          </p:blipFill>
          <p:spPr bwMode="auto">
            <a:xfrm>
              <a:off x="7972616" y="3870884"/>
              <a:ext cx="596332" cy="20383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5D3A7AC6-486C-C27F-B12D-2F67B01E0F7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artisticBlur radius="1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331" r="5004" b="22784"/>
            <a:stretch>
              <a:fillRect/>
            </a:stretch>
          </p:blipFill>
          <p:spPr bwMode="auto">
            <a:xfrm>
              <a:off x="7376284" y="3870884"/>
              <a:ext cx="596332" cy="20383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4823B6D-9099-6B18-BEF7-64261868B4F8}"/>
                </a:ext>
              </a:extLst>
            </p:cNvPr>
            <p:cNvSpPr txBox="1"/>
            <p:nvPr/>
          </p:nvSpPr>
          <p:spPr>
            <a:xfrm>
              <a:off x="7402580" y="4614625"/>
              <a:ext cx="5437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>
                  <a:solidFill>
                    <a:schemeClr val="bg1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≈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F66F53F0-47C8-9822-2706-31B0848D1636}"/>
              </a:ext>
            </a:extLst>
          </p:cNvPr>
          <p:cNvSpPr txBox="1"/>
          <p:nvPr/>
        </p:nvSpPr>
        <p:spPr>
          <a:xfrm>
            <a:off x="8944549" y="1939796"/>
            <a:ext cx="595035" cy="5904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/>
              <a:t>＞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E94AAA3-C456-56F2-582D-8ABDB40CADD7}"/>
              </a:ext>
            </a:extLst>
          </p:cNvPr>
          <p:cNvSpPr txBox="1"/>
          <p:nvPr/>
        </p:nvSpPr>
        <p:spPr>
          <a:xfrm>
            <a:off x="5467459" y="1939796"/>
            <a:ext cx="595035" cy="5904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/>
              <a:t>＞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B911E05-96B8-BA67-1286-C11A0EA97779}"/>
              </a:ext>
            </a:extLst>
          </p:cNvPr>
          <p:cNvGrpSpPr/>
          <p:nvPr/>
        </p:nvGrpSpPr>
        <p:grpSpPr>
          <a:xfrm>
            <a:off x="3036050" y="1907877"/>
            <a:ext cx="648000" cy="654274"/>
            <a:chOff x="3706761" y="4975121"/>
            <a:chExt cx="648000" cy="64800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D3501A2C-2744-9C18-C430-1AFFCAC7C6AB}"/>
                </a:ext>
              </a:extLst>
            </p:cNvPr>
            <p:cNvSpPr/>
            <p:nvPr/>
          </p:nvSpPr>
          <p:spPr>
            <a:xfrm>
              <a:off x="3706761" y="4975121"/>
              <a:ext cx="235974" cy="648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E3B25DBF-BADE-C503-2133-2A588EEEF1DB}"/>
                </a:ext>
              </a:extLst>
            </p:cNvPr>
            <p:cNvSpPr/>
            <p:nvPr/>
          </p:nvSpPr>
          <p:spPr>
            <a:xfrm>
              <a:off x="3942735" y="4975121"/>
              <a:ext cx="412026" cy="648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426DE85-483F-B7A1-1201-75AC3CF37980}"/>
              </a:ext>
            </a:extLst>
          </p:cNvPr>
          <p:cNvGrpSpPr/>
          <p:nvPr/>
        </p:nvGrpSpPr>
        <p:grpSpPr>
          <a:xfrm>
            <a:off x="4636850" y="1907877"/>
            <a:ext cx="648000" cy="654274"/>
            <a:chOff x="3706761" y="4975121"/>
            <a:chExt cx="648000" cy="648000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2999583-8BFD-57A1-60E1-D0998DC25743}"/>
                </a:ext>
              </a:extLst>
            </p:cNvPr>
            <p:cNvSpPr/>
            <p:nvPr/>
          </p:nvSpPr>
          <p:spPr>
            <a:xfrm>
              <a:off x="3706761" y="4975121"/>
              <a:ext cx="235974" cy="648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CC441E03-8633-E130-8002-7C6E7B85A130}"/>
                </a:ext>
              </a:extLst>
            </p:cNvPr>
            <p:cNvSpPr/>
            <p:nvPr/>
          </p:nvSpPr>
          <p:spPr>
            <a:xfrm>
              <a:off x="3942735" y="4975121"/>
              <a:ext cx="412026" cy="648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B5CDDC0B-F02A-0A21-5589-D4DE69AD45E0}"/>
              </a:ext>
            </a:extLst>
          </p:cNvPr>
          <p:cNvGrpSpPr/>
          <p:nvPr/>
        </p:nvGrpSpPr>
        <p:grpSpPr>
          <a:xfrm>
            <a:off x="680811" y="1907877"/>
            <a:ext cx="1458171" cy="654274"/>
            <a:chOff x="3706761" y="4090218"/>
            <a:chExt cx="1458171" cy="648000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70E79760-CC49-E0F8-AB48-44557D830A7A}"/>
                </a:ext>
              </a:extLst>
            </p:cNvPr>
            <p:cNvSpPr/>
            <p:nvPr/>
          </p:nvSpPr>
          <p:spPr>
            <a:xfrm>
              <a:off x="3706761" y="4090218"/>
              <a:ext cx="648000" cy="648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>
                  <a:solidFill>
                    <a:schemeClr val="tx1"/>
                  </a:solidFill>
                </a:rPr>
                <a:t>3</a:t>
              </a:r>
              <a:endParaRPr lang="zh-CN" altLang="en-US" sz="3200" b="1">
                <a:solidFill>
                  <a:schemeClr val="tx1"/>
                </a:solidFill>
              </a:endParaRPr>
            </a:p>
          </p:txBody>
        </p: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4063460A-B9DB-1CAD-C728-A7AA9045DC07}"/>
                </a:ext>
              </a:extLst>
            </p:cNvPr>
            <p:cNvGrpSpPr/>
            <p:nvPr/>
          </p:nvGrpSpPr>
          <p:grpSpPr>
            <a:xfrm>
              <a:off x="4516932" y="4090218"/>
              <a:ext cx="648000" cy="648000"/>
              <a:chOff x="3706761" y="4936257"/>
              <a:chExt cx="648000" cy="648000"/>
            </a:xfrm>
          </p:grpSpPr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427EE946-2F9E-9F3B-1F6B-8EA60886A416}"/>
                  </a:ext>
                </a:extLst>
              </p:cNvPr>
              <p:cNvSpPr/>
              <p:nvPr/>
            </p:nvSpPr>
            <p:spPr>
              <a:xfrm>
                <a:off x="3706761" y="4936257"/>
                <a:ext cx="235973" cy="648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zh-CN" altLang="en-US" sz="1200">
                    <a:solidFill>
                      <a:schemeClr val="tx1"/>
                    </a:solidFill>
                  </a:rPr>
                  <a:t>⛰️</a:t>
                </a:r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64E8E30D-C6DE-AED8-74F9-64189A012698}"/>
                  </a:ext>
                </a:extLst>
              </p:cNvPr>
              <p:cNvSpPr/>
              <p:nvPr/>
            </p:nvSpPr>
            <p:spPr>
              <a:xfrm>
                <a:off x="3942734" y="4936257"/>
                <a:ext cx="412027" cy="648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361E2880-54BE-2BCE-AD7D-C42AA90733C6}"/>
              </a:ext>
            </a:extLst>
          </p:cNvPr>
          <p:cNvSpPr txBox="1"/>
          <p:nvPr/>
        </p:nvSpPr>
        <p:spPr>
          <a:xfrm>
            <a:off x="2293286" y="1939795"/>
            <a:ext cx="595035" cy="5904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/>
              <a:t>＞</a:t>
            </a:r>
          </a:p>
        </p:txBody>
      </p:sp>
      <p:sp>
        <p:nvSpPr>
          <p:cNvPr id="30" name="右大括号 29">
            <a:extLst>
              <a:ext uri="{FF2B5EF4-FFF2-40B4-BE49-F238E27FC236}">
                <a16:creationId xmlns:a16="http://schemas.microsoft.com/office/drawing/2014/main" id="{E6BE53EE-4898-95D1-1B0C-20CEE723EECD}"/>
              </a:ext>
            </a:extLst>
          </p:cNvPr>
          <p:cNvSpPr/>
          <p:nvPr/>
        </p:nvSpPr>
        <p:spPr>
          <a:xfrm rot="5400000">
            <a:off x="5703929" y="-1247356"/>
            <a:ext cx="784141" cy="10804079"/>
          </a:xfrm>
          <a:prstGeom prst="rightBrace">
            <a:avLst>
              <a:gd name="adj1" fmla="val 46850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B719382-20C9-7C7B-153D-649B8E4B1F2D}"/>
              </a:ext>
            </a:extLst>
          </p:cNvPr>
          <p:cNvSpPr/>
          <p:nvPr/>
        </p:nvSpPr>
        <p:spPr>
          <a:xfrm>
            <a:off x="4819200" y="4859237"/>
            <a:ext cx="648000" cy="65427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4B41C41-D5E0-A8D8-614D-5C1B89BB50B7}"/>
              </a:ext>
            </a:extLst>
          </p:cNvPr>
          <p:cNvSpPr/>
          <p:nvPr/>
        </p:nvSpPr>
        <p:spPr>
          <a:xfrm>
            <a:off x="5772000" y="4859237"/>
            <a:ext cx="648000" cy="6542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19C19B70-A8CD-1267-9B51-3F08D1037D22}"/>
              </a:ext>
            </a:extLst>
          </p:cNvPr>
          <p:cNvGrpSpPr/>
          <p:nvPr/>
        </p:nvGrpSpPr>
        <p:grpSpPr>
          <a:xfrm>
            <a:off x="3836450" y="1907877"/>
            <a:ext cx="648000" cy="654274"/>
            <a:chOff x="3836450" y="1830285"/>
            <a:chExt cx="648000" cy="648000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C31C55DC-ABBF-2B99-9971-D45D51A115DB}"/>
                </a:ext>
              </a:extLst>
            </p:cNvPr>
            <p:cNvGrpSpPr/>
            <p:nvPr/>
          </p:nvGrpSpPr>
          <p:grpSpPr>
            <a:xfrm>
              <a:off x="3836450" y="1830285"/>
              <a:ext cx="648000" cy="648000"/>
              <a:chOff x="3706761" y="4975121"/>
              <a:chExt cx="648000" cy="648000"/>
            </a:xfrm>
          </p:grpSpPr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3727F84F-42A1-F00A-0619-77B6ED327CE4}"/>
                  </a:ext>
                </a:extLst>
              </p:cNvPr>
              <p:cNvSpPr/>
              <p:nvPr/>
            </p:nvSpPr>
            <p:spPr>
              <a:xfrm>
                <a:off x="3706761" y="4975121"/>
                <a:ext cx="235974" cy="6480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4F36DA30-E5C5-37F3-9B98-3D6C5FD9134C}"/>
                  </a:ext>
                </a:extLst>
              </p:cNvPr>
              <p:cNvSpPr/>
              <p:nvPr/>
            </p:nvSpPr>
            <p:spPr>
              <a:xfrm>
                <a:off x="3942735" y="4975121"/>
                <a:ext cx="412026" cy="36230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203905AF-D583-B957-1121-ED3D7DB38372}"/>
                </a:ext>
              </a:extLst>
            </p:cNvPr>
            <p:cNvSpPr/>
            <p:nvPr/>
          </p:nvSpPr>
          <p:spPr>
            <a:xfrm>
              <a:off x="4072424" y="2192594"/>
              <a:ext cx="412026" cy="2856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30BE4AC-4931-0C80-EAAD-982BAF3DCDDA}"/>
              </a:ext>
            </a:extLst>
          </p:cNvPr>
          <p:cNvGrpSpPr/>
          <p:nvPr/>
        </p:nvGrpSpPr>
        <p:grpSpPr>
          <a:xfrm>
            <a:off x="6724800" y="4859237"/>
            <a:ext cx="648000" cy="654274"/>
            <a:chOff x="6724800" y="4753343"/>
            <a:chExt cx="648000" cy="648000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1A2AFAD7-0422-93B2-B7ED-B0D38DDE2047}"/>
                </a:ext>
              </a:extLst>
            </p:cNvPr>
            <p:cNvSpPr/>
            <p:nvPr/>
          </p:nvSpPr>
          <p:spPr>
            <a:xfrm>
              <a:off x="6724800" y="4753343"/>
              <a:ext cx="270360" cy="648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7683F612-4769-C5D9-3840-7F8F6C1495F0}"/>
                </a:ext>
              </a:extLst>
            </p:cNvPr>
            <p:cNvSpPr/>
            <p:nvPr/>
          </p:nvSpPr>
          <p:spPr>
            <a:xfrm>
              <a:off x="6995160" y="5071110"/>
              <a:ext cx="377640" cy="3302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9C8EAE12-F7F1-4412-18A4-E7C0D3BFE5E1}"/>
                </a:ext>
              </a:extLst>
            </p:cNvPr>
            <p:cNvSpPr/>
            <p:nvPr/>
          </p:nvSpPr>
          <p:spPr>
            <a:xfrm>
              <a:off x="6995160" y="4753343"/>
              <a:ext cx="377640" cy="3177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392B4282-9514-7C3B-6A19-8CAC8145E35A}"/>
              </a:ext>
            </a:extLst>
          </p:cNvPr>
          <p:cNvSpPr txBox="1"/>
          <p:nvPr/>
        </p:nvSpPr>
        <p:spPr>
          <a:xfrm rot="5400000">
            <a:off x="5880573" y="5515968"/>
            <a:ext cx="4308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/>
              <a:t>=</a:t>
            </a:r>
            <a:endParaRPr lang="zh-CN" altLang="en-US" sz="3200" b="1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3999C81-467E-EC4F-BC1F-3362BAD0E768}"/>
              </a:ext>
            </a:extLst>
          </p:cNvPr>
          <p:cNvSpPr txBox="1"/>
          <p:nvPr/>
        </p:nvSpPr>
        <p:spPr>
          <a:xfrm>
            <a:off x="5363664" y="5981583"/>
            <a:ext cx="1723549" cy="7147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rgbClr val="FF0000"/>
                </a:solidFill>
              </a:rPr>
              <a:t>？？？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3440BDD0-1BA8-027E-1EF4-3B68194EE72E}"/>
              </a:ext>
            </a:extLst>
          </p:cNvPr>
          <p:cNvSpPr txBox="1"/>
          <p:nvPr/>
        </p:nvSpPr>
        <p:spPr>
          <a:xfrm>
            <a:off x="519760" y="233385"/>
            <a:ext cx="2826415" cy="6525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/>
              <a:t>欧洲</a:t>
            </a:r>
            <a:r>
              <a:rPr lang="en-US" altLang="zh-CN" sz="3600" b="1"/>
              <a:t>×</a:t>
            </a:r>
            <a:r>
              <a:rPr lang="zh-CN" altLang="en-US" sz="3600" b="1"/>
              <a:t>中国✓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550C1A5-EAB2-C0CC-B467-48A5F21A49E3}"/>
              </a:ext>
            </a:extLst>
          </p:cNvPr>
          <p:cNvSpPr txBox="1"/>
          <p:nvPr/>
        </p:nvSpPr>
        <p:spPr>
          <a:xfrm>
            <a:off x="9351985" y="357687"/>
            <a:ext cx="2363339" cy="403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i="1">
                <a:solidFill>
                  <a:schemeClr val="tx1">
                    <a:lumMod val="50000"/>
                    <a:lumOff val="50000"/>
                  </a:schemeClr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rPr>
              <a:t>by Zeta-Xi-Upsilon</a:t>
            </a:r>
            <a:endParaRPr lang="zh-CN" altLang="en-US" sz="2000" i="1">
              <a:solidFill>
                <a:schemeClr val="tx1">
                  <a:lumMod val="50000"/>
                  <a:lumOff val="50000"/>
                </a:schemeClr>
              </a:solidFill>
              <a:latin typeface="思源黑体 CN" panose="020B0500000000000000" pitchFamily="34" charset="-122"/>
              <a:ea typeface="思源黑体 CN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8084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宽屏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思源黑体 CN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XY Zheng</dc:creator>
  <cp:lastModifiedBy>XY Zheng</cp:lastModifiedBy>
  <cp:revision>1</cp:revision>
  <dcterms:created xsi:type="dcterms:W3CDTF">2026-05-23T10:56:56Z</dcterms:created>
  <dcterms:modified xsi:type="dcterms:W3CDTF">2026-05-23T10:57:25Z</dcterms:modified>
</cp:coreProperties>
</file>