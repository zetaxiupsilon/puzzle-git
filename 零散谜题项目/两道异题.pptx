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6" r:id="rId2"/>
    <p:sldId id="26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043BD-A558-463E-87F0-4A34D78AF279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94BD0-DD4F-4598-9021-6DB7250CB9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4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9AD4B5-46CF-4D8D-ACC9-C9E3415EBC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655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DCF03-B1D1-E9BA-EB40-D9A7BD52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E6DBC9-4BBF-306B-4C9B-E8EF44A2D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AA4F28-5501-1EED-5816-4FF388D38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17AD58-1D31-559F-5827-97FD881FC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9AD4B5-46CF-4D8D-ACC9-C9E3415EBCE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136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8435F-C390-5898-7F70-E95C70D37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8C0E6A-6BBD-939C-E31E-9D4CFA110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CCEB9-0AC6-C2CC-ED89-60041858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9748B-6F9B-35A2-D88E-910A9DD8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679AF-C1CC-E0B9-24E5-D43F3F50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50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D85FC-A360-C427-B2B7-01F591CC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714492-CD14-5CED-2F4F-0C96FC8C0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7BE70-5661-30BE-05BD-5F4EBEC3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E1EFBA-E08D-3021-FC65-851D95AD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31A084-0482-FCE9-C278-BFCEB478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5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0C8B5-5FAF-1592-DF65-ED1840FC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06EDB-AC9B-496B-455C-85CA0EC51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39135-9B16-225E-695B-5120F690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2B3F70-4063-8670-53FA-0F5A34D4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10D70-1AB6-1394-68D8-02006545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02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E8B22-86C7-1369-BF95-FBAD34D0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13E1-39E7-C65F-BAA7-48116D4BE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008599-C945-E36D-BA20-84A3BB878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5D9584-A681-81BD-F8CB-4E0E7411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EFD19-911F-50E8-EE97-94898219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0899E3-B39E-11D6-1F97-83FC8E19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28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C20DC-78C2-583C-D59C-633EC883E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003762-6B16-723F-0451-3D837B8FC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3A87EC-0F9D-E99A-A299-4A58FAA64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972ACF-0D69-44CC-CCE0-301F55AD9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A3C161-CA62-3830-93F1-5496AC47C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A82D49-66F0-190A-4E41-C23436EB5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2F6F1D3-ACAF-AD8A-C680-F365CD73D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F5E16C-1F2D-A4C0-47D4-FD793AE9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83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01C6E-D50A-340C-E027-F8644820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7FE6AC-E9CE-FB60-6120-A80D7371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E98383-50E6-95D2-07C3-BA2CDC0E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D0A74A-9AAF-6315-E5DC-8451C81A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5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8567EC-FF98-6E97-3143-35712AE8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2F6428-67B0-DC7F-29C1-D4808BD0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2AB1A4-6944-B4EB-2D95-44AD9640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97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B77B9-7C67-B345-E84B-51F6EE51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442BCC-574E-12CD-097D-B33BF500E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E8D610-D305-3115-9464-89A8BC73F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E88992-1DC8-90D5-D48C-9646942F0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D5DB14-3667-01D6-C4E3-E7F29010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D8487F-003B-DBA9-BAF3-58085B943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856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4A1397-4E1B-3F04-F11D-E89C7499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F743AC-8447-97D9-8D80-D195318DD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2479D2-AAE0-4951-2D82-3988A1BB1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7CBDCB-48AD-5C17-C8AA-A247C436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4BEB9F-0053-C1BE-854B-3B53EEAEF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EF46C-A7AC-6234-C395-72A8DB9D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45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1B0C3-BA63-1EED-49EC-D5F43DD9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A6448F-C802-E62E-FE20-6F965AF85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9EEC5-94BD-6204-4E2D-05C110638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85A03C-C80F-3E59-2A37-61C25C376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09964-B023-C4A5-C679-33792A8F1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27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DF0131-A243-A1A9-3CCF-D633CCC76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0CFD1A-D3F1-5459-9467-D898D47BB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080F00-5673-EC84-4124-C3ED1564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5DBC73-6D16-4C15-DA2C-895CE2D2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DE2A5-D783-BF2B-2E4E-BC1C49AD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17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D196C6-7521-D068-A5DF-3CE9F17D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B1ED12-942E-D1EA-AF2C-27CEE601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EAD6C5-3C03-9D1A-160D-79448CD28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C7FFF-411E-4F39-99E5-C1E2B133CFA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569F22-0AE3-9303-4A9A-726678287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0A86F6-4EC7-57ED-9B37-39FEB5992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7B9BD-CF5E-4D59-A6C9-7E86A9D5D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64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C88CC67F-1FCF-0EAD-FF53-E7B7FB8C6F9F}"/>
              </a:ext>
            </a:extLst>
          </p:cNvPr>
          <p:cNvGrpSpPr/>
          <p:nvPr/>
        </p:nvGrpSpPr>
        <p:grpSpPr>
          <a:xfrm>
            <a:off x="393290" y="118314"/>
            <a:ext cx="11533239" cy="6658406"/>
            <a:chOff x="393290" y="118314"/>
            <a:chExt cx="11533239" cy="6658406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0D56E803-A0F8-1FC2-5369-7D2828E1C3AA}"/>
                </a:ext>
              </a:extLst>
            </p:cNvPr>
            <p:cNvSpPr/>
            <p:nvPr/>
          </p:nvSpPr>
          <p:spPr>
            <a:xfrm>
              <a:off x="393290" y="118314"/>
              <a:ext cx="11533239" cy="6658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8D233D6-5AB0-D20E-CC30-86E2546A87A0}"/>
                </a:ext>
              </a:extLst>
            </p:cNvPr>
            <p:cNvGrpSpPr/>
            <p:nvPr/>
          </p:nvGrpSpPr>
          <p:grpSpPr>
            <a:xfrm>
              <a:off x="2607120" y="1335822"/>
              <a:ext cx="2345762" cy="540236"/>
              <a:chOff x="3275715" y="1576058"/>
              <a:chExt cx="2345762" cy="540236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7C04C3F-64BA-A8C5-3047-A7942CC7A9DA}"/>
                  </a:ext>
                </a:extLst>
              </p:cNvPr>
              <p:cNvSpPr/>
              <p:nvPr/>
            </p:nvSpPr>
            <p:spPr>
              <a:xfrm>
                <a:off x="3275715" y="1576058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7FA4216-6F04-8DCE-10BE-0E6938C4D21F}"/>
                  </a:ext>
                </a:extLst>
              </p:cNvPr>
              <p:cNvSpPr/>
              <p:nvPr/>
            </p:nvSpPr>
            <p:spPr>
              <a:xfrm>
                <a:off x="3877557" y="1576058"/>
                <a:ext cx="540236" cy="54023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79C93C2-93D0-DB66-102B-076C74F79B3D}"/>
                  </a:ext>
                </a:extLst>
              </p:cNvPr>
              <p:cNvSpPr/>
              <p:nvPr/>
            </p:nvSpPr>
            <p:spPr>
              <a:xfrm>
                <a:off x="4479399" y="1576058"/>
                <a:ext cx="540236" cy="54023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5A161A-A412-85D3-1A3F-5B3D5CD0C8C0}"/>
                  </a:ext>
                </a:extLst>
              </p:cNvPr>
              <p:cNvSpPr/>
              <p:nvPr/>
            </p:nvSpPr>
            <p:spPr>
              <a:xfrm>
                <a:off x="5081241" y="1576058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C97DA78-12DB-0E69-E346-074005592E5F}"/>
                </a:ext>
              </a:extLst>
            </p:cNvPr>
            <p:cNvGrpSpPr/>
            <p:nvPr/>
          </p:nvGrpSpPr>
          <p:grpSpPr>
            <a:xfrm>
              <a:off x="875107" y="3089442"/>
              <a:ext cx="3549445" cy="540236"/>
              <a:chOff x="1543702" y="3916336"/>
              <a:chExt cx="3549445" cy="540236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8D1BE3E-BF62-D2CF-FEF4-F9FDBA7C9EBC}"/>
                  </a:ext>
                </a:extLst>
              </p:cNvPr>
              <p:cNvSpPr/>
              <p:nvPr/>
            </p:nvSpPr>
            <p:spPr>
              <a:xfrm>
                <a:off x="1543702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F77BB9B-BE34-FA02-20BB-670FEF7359DF}"/>
                  </a:ext>
                </a:extLst>
              </p:cNvPr>
              <p:cNvSpPr/>
              <p:nvPr/>
            </p:nvSpPr>
            <p:spPr>
              <a:xfrm>
                <a:off x="2145544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7807A36-1847-623B-53AA-820BE0BC9ADD}"/>
                  </a:ext>
                </a:extLst>
              </p:cNvPr>
              <p:cNvSpPr/>
              <p:nvPr/>
            </p:nvSpPr>
            <p:spPr>
              <a:xfrm>
                <a:off x="2747386" y="3916336"/>
                <a:ext cx="540236" cy="54023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47C2B5-75E7-3ABA-E1E0-E954318F97CE}"/>
                  </a:ext>
                </a:extLst>
              </p:cNvPr>
              <p:cNvSpPr/>
              <p:nvPr/>
            </p:nvSpPr>
            <p:spPr>
              <a:xfrm>
                <a:off x="3349228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7AD9B4D3-1E10-B6A3-8FE1-BEA6359F2E8F}"/>
                  </a:ext>
                </a:extLst>
              </p:cNvPr>
              <p:cNvSpPr/>
              <p:nvPr/>
            </p:nvSpPr>
            <p:spPr>
              <a:xfrm>
                <a:off x="3951069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7639F95-4F1A-9E4B-F9EF-77A73E0401A0}"/>
                  </a:ext>
                </a:extLst>
              </p:cNvPr>
              <p:cNvSpPr/>
              <p:nvPr/>
            </p:nvSpPr>
            <p:spPr>
              <a:xfrm>
                <a:off x="4552911" y="3916336"/>
                <a:ext cx="540236" cy="54023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4EC16EA-1E41-D2D2-CDD8-7ED8CABC1E8E}"/>
                </a:ext>
              </a:extLst>
            </p:cNvPr>
            <p:cNvGrpSpPr/>
            <p:nvPr/>
          </p:nvGrpSpPr>
          <p:grpSpPr>
            <a:xfrm>
              <a:off x="875107" y="2212632"/>
              <a:ext cx="2947603" cy="540236"/>
              <a:chOff x="1543702" y="2839604"/>
              <a:chExt cx="2947603" cy="540236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AA26A9B-3CE1-273A-AF41-ACAEB12F5AB0}"/>
                  </a:ext>
                </a:extLst>
              </p:cNvPr>
              <p:cNvSpPr/>
              <p:nvPr/>
            </p:nvSpPr>
            <p:spPr>
              <a:xfrm>
                <a:off x="1543702" y="2839604"/>
                <a:ext cx="1142078" cy="540236"/>
              </a:xfrm>
              <a:prstGeom prst="rect">
                <a:avLst/>
              </a:prstGeom>
              <a:solidFill>
                <a:srgbClr val="F0F7A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6B9A9CF-1974-58C4-9D01-FC8D1FD29BF4}"/>
                  </a:ext>
                </a:extLst>
              </p:cNvPr>
              <p:cNvSpPr/>
              <p:nvPr/>
            </p:nvSpPr>
            <p:spPr>
              <a:xfrm>
                <a:off x="2747386" y="2839604"/>
                <a:ext cx="540236" cy="540236"/>
              </a:xfrm>
              <a:prstGeom prst="rect">
                <a:avLst/>
              </a:prstGeom>
              <a:solidFill>
                <a:srgbClr val="F76565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812AA2F-5D38-485B-E965-328351EE98EA}"/>
                  </a:ext>
                </a:extLst>
              </p:cNvPr>
              <p:cNvSpPr/>
              <p:nvPr/>
            </p:nvSpPr>
            <p:spPr>
              <a:xfrm>
                <a:off x="3349228" y="2839604"/>
                <a:ext cx="540236" cy="540236"/>
              </a:xfrm>
              <a:prstGeom prst="rect">
                <a:avLst/>
              </a:prstGeom>
              <a:solidFill>
                <a:srgbClr val="F8A552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6722952-0FA7-29B5-5977-3DD76CAD5EC5}"/>
                  </a:ext>
                </a:extLst>
              </p:cNvPr>
              <p:cNvSpPr/>
              <p:nvPr/>
            </p:nvSpPr>
            <p:spPr>
              <a:xfrm>
                <a:off x="3951069" y="2839604"/>
                <a:ext cx="540236" cy="5402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7BCB8C9-D92B-6D2E-11D3-531B5EE46231}"/>
                </a:ext>
              </a:extLst>
            </p:cNvPr>
            <p:cNvGrpSpPr/>
            <p:nvPr/>
          </p:nvGrpSpPr>
          <p:grpSpPr>
            <a:xfrm>
              <a:off x="863200" y="3966251"/>
              <a:ext cx="2345762" cy="540236"/>
              <a:chOff x="1531795" y="4993068"/>
              <a:chExt cx="2345762" cy="540236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6C1CA890-4794-8B77-2EFF-4B6C159BA84A}"/>
                  </a:ext>
                </a:extLst>
              </p:cNvPr>
              <p:cNvSpPr/>
              <p:nvPr/>
            </p:nvSpPr>
            <p:spPr>
              <a:xfrm>
                <a:off x="1531795" y="4993068"/>
                <a:ext cx="1142078" cy="540236"/>
              </a:xfrm>
              <a:prstGeom prst="rect">
                <a:avLst/>
              </a:prstGeom>
              <a:solidFill>
                <a:srgbClr val="F0F7A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042AEBAD-1226-42F8-06C5-5F9B33B59CA5}"/>
                  </a:ext>
                </a:extLst>
              </p:cNvPr>
              <p:cNvSpPr/>
              <p:nvPr/>
            </p:nvSpPr>
            <p:spPr>
              <a:xfrm>
                <a:off x="2735479" y="4993068"/>
                <a:ext cx="540236" cy="540236"/>
              </a:xfrm>
              <a:prstGeom prst="rect">
                <a:avLst/>
              </a:prstGeom>
              <a:gradFill>
                <a:gsLst>
                  <a:gs pos="24000">
                    <a:srgbClr val="F76565"/>
                  </a:gs>
                  <a:gs pos="75000">
                    <a:srgbClr val="F8A552"/>
                  </a:gs>
                </a:gsLst>
                <a:lin ang="0" scaled="0"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C21B440-50B4-B776-4C78-841D0F80DA9B}"/>
                  </a:ext>
                </a:extLst>
              </p:cNvPr>
              <p:cNvSpPr/>
              <p:nvPr/>
            </p:nvSpPr>
            <p:spPr>
              <a:xfrm>
                <a:off x="3337321" y="4993068"/>
                <a:ext cx="540236" cy="5402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22C7009-D689-222A-2B13-1F56FCEA833B}"/>
                </a:ext>
              </a:extLst>
            </p:cNvPr>
            <p:cNvSpPr txBox="1"/>
            <p:nvPr/>
          </p:nvSpPr>
          <p:spPr>
            <a:xfrm>
              <a:off x="717751" y="1140739"/>
              <a:ext cx="5283739" cy="356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……</a:t>
              </a: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。　　　　？</a:t>
              </a:r>
              <a:endPara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　　　　　。</a:t>
              </a: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……</a:t>
              </a:r>
              <a:b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</a:b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　　　　　　，</a:t>
              </a:r>
              <a:endPara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　　　　。</a:t>
              </a: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……</a:t>
              </a:r>
              <a:endPara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D03B3D26-680C-6374-AB04-2C5C5ADC5755}"/>
                </a:ext>
              </a:extLst>
            </p:cNvPr>
            <p:cNvGrpSpPr/>
            <p:nvPr/>
          </p:nvGrpSpPr>
          <p:grpSpPr>
            <a:xfrm>
              <a:off x="2628591" y="5845226"/>
              <a:ext cx="2345762" cy="540236"/>
              <a:chOff x="3275715" y="1576058"/>
              <a:chExt cx="2345762" cy="540236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49EFAD7-A02E-61EE-E297-9B4279316B84}"/>
                  </a:ext>
                </a:extLst>
              </p:cNvPr>
              <p:cNvSpPr/>
              <p:nvPr/>
            </p:nvSpPr>
            <p:spPr>
              <a:xfrm>
                <a:off x="3275715" y="1576058"/>
                <a:ext cx="540236" cy="54023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63A3BC6-3D24-35CF-969E-F0E98287CA4A}"/>
                  </a:ext>
                </a:extLst>
              </p:cNvPr>
              <p:cNvSpPr/>
              <p:nvPr/>
            </p:nvSpPr>
            <p:spPr>
              <a:xfrm>
                <a:off x="3877557" y="1576058"/>
                <a:ext cx="540236" cy="54023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5BD43AE-F226-2AC2-FD2E-616D66805C13}"/>
                  </a:ext>
                </a:extLst>
              </p:cNvPr>
              <p:cNvSpPr/>
              <p:nvPr/>
            </p:nvSpPr>
            <p:spPr>
              <a:xfrm>
                <a:off x="4479399" y="1576058"/>
                <a:ext cx="540236" cy="54023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71FC289B-BC33-8C38-C74F-A4662944412C}"/>
                  </a:ext>
                </a:extLst>
              </p:cNvPr>
              <p:cNvSpPr/>
              <p:nvPr/>
            </p:nvSpPr>
            <p:spPr>
              <a:xfrm>
                <a:off x="5081241" y="1576058"/>
                <a:ext cx="540236" cy="5402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3ACCD69-68D9-75B1-FB5C-29D304B25BEE}"/>
                </a:ext>
              </a:extLst>
            </p:cNvPr>
            <p:cNvSpPr txBox="1"/>
            <p:nvPr/>
          </p:nvSpPr>
          <p:spPr>
            <a:xfrm>
              <a:off x="1491462" y="5884511"/>
              <a:ext cx="10518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答案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1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185BC7D-B18E-3D10-862D-8E28BEB86CCE}"/>
                </a:ext>
              </a:extLst>
            </p:cNvPr>
            <p:cNvSpPr txBox="1"/>
            <p:nvPr/>
          </p:nvSpPr>
          <p:spPr>
            <a:xfrm>
              <a:off x="7695122" y="5884511"/>
              <a:ext cx="10518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答案 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2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6E065B90-9492-EE77-55F9-197B80F4BD7E}"/>
                </a:ext>
              </a:extLst>
            </p:cNvPr>
            <p:cNvGrpSpPr/>
            <p:nvPr/>
          </p:nvGrpSpPr>
          <p:grpSpPr>
            <a:xfrm>
              <a:off x="7633684" y="2207060"/>
              <a:ext cx="2372135" cy="540236"/>
              <a:chOff x="8302279" y="2207060"/>
              <a:chExt cx="2372135" cy="540236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33EAC11-BA3B-BA2C-A3E2-11EF6591E897}"/>
                  </a:ext>
                </a:extLst>
              </p:cNvPr>
              <p:cNvSpPr/>
              <p:nvPr/>
            </p:nvSpPr>
            <p:spPr>
              <a:xfrm>
                <a:off x="9532336" y="2207060"/>
                <a:ext cx="1142078" cy="540236"/>
              </a:xfrm>
              <a:prstGeom prst="rect">
                <a:avLst/>
              </a:prstGeom>
              <a:solidFill>
                <a:srgbClr val="F0F7A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B0777526-9E6A-8E47-788C-1B0E3D1DD270}"/>
                  </a:ext>
                </a:extLst>
              </p:cNvPr>
              <p:cNvSpPr/>
              <p:nvPr/>
            </p:nvSpPr>
            <p:spPr>
              <a:xfrm>
                <a:off x="8302279" y="2207060"/>
                <a:ext cx="1142078" cy="540236"/>
              </a:xfrm>
              <a:prstGeom prst="rect">
                <a:avLst/>
              </a:prstGeom>
              <a:solidFill>
                <a:srgbClr val="22B874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</p:grp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1B49B78-5D4B-57BB-24B2-537EB190D873}"/>
                </a:ext>
              </a:extLst>
            </p:cNvPr>
            <p:cNvSpPr/>
            <p:nvPr/>
          </p:nvSpPr>
          <p:spPr>
            <a:xfrm>
              <a:off x="7063411" y="1369298"/>
              <a:ext cx="1142078" cy="540236"/>
            </a:xfrm>
            <a:prstGeom prst="rect">
              <a:avLst/>
            </a:prstGeom>
            <a:solidFill>
              <a:srgbClr val="22B874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27F6602-00D4-CA4B-C819-1B7C41323E9A}"/>
                </a:ext>
              </a:extLst>
            </p:cNvPr>
            <p:cNvSpPr txBox="1"/>
            <p:nvPr/>
          </p:nvSpPr>
          <p:spPr>
            <a:xfrm>
              <a:off x="6934267" y="1993359"/>
              <a:ext cx="4864441" cy="333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而　　　　　、</a:t>
              </a:r>
              <a:endPara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　　　　　　、</a:t>
              </a:r>
              <a:endPara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在三个不同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的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国家。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422C274-10B8-DA30-24A9-E653DE9A44BE}"/>
                </a:ext>
              </a:extLst>
            </p:cNvPr>
            <p:cNvSpPr txBox="1"/>
            <p:nvPr/>
          </p:nvSpPr>
          <p:spPr>
            <a:xfrm>
              <a:off x="8185059" y="1285473"/>
              <a:ext cx="20699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是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35000">
                        <a:srgbClr val="CC0099"/>
                      </a:gs>
                      <a:gs pos="44000">
                        <a:srgbClr val="FF66FF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地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名，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09EE4DEE-A747-60B4-46D9-0D88AB453FF4}"/>
                </a:ext>
              </a:extLst>
            </p:cNvPr>
            <p:cNvGrpSpPr/>
            <p:nvPr/>
          </p:nvGrpSpPr>
          <p:grpSpPr>
            <a:xfrm>
              <a:off x="7633684" y="3020285"/>
              <a:ext cx="2372135" cy="540236"/>
              <a:chOff x="8302279" y="3094027"/>
              <a:chExt cx="2372135" cy="540236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2A30D986-4B1F-D888-4BAB-3A5616FCEF38}"/>
                  </a:ext>
                </a:extLst>
              </p:cNvPr>
              <p:cNvSpPr/>
              <p:nvPr/>
            </p:nvSpPr>
            <p:spPr>
              <a:xfrm>
                <a:off x="8302279" y="3094027"/>
                <a:ext cx="1142078" cy="540236"/>
              </a:xfrm>
              <a:prstGeom prst="rect">
                <a:avLst/>
              </a:prstGeom>
              <a:solidFill>
                <a:srgbClr val="22B874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829BFA4-7951-0288-AD05-E0EC93DBED05}"/>
                  </a:ext>
                </a:extLst>
              </p:cNvPr>
              <p:cNvSpPr/>
              <p:nvPr/>
            </p:nvSpPr>
            <p:spPr>
              <a:xfrm>
                <a:off x="9532336" y="3094027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烤</a:t>
                </a: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6BA95E14-C856-58E8-31B7-27A4014C46AF}"/>
                  </a:ext>
                </a:extLst>
              </p:cNvPr>
              <p:cNvSpPr/>
              <p:nvPr/>
            </p:nvSpPr>
            <p:spPr>
              <a:xfrm>
                <a:off x="10134178" y="3094027"/>
                <a:ext cx="540236" cy="540236"/>
              </a:xfrm>
              <a:prstGeom prst="rect">
                <a:avLst/>
              </a:prstGeom>
              <a:solidFill>
                <a:srgbClr val="8F97FB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09BD405D-CF25-803E-F163-4C398644C672}"/>
                </a:ext>
              </a:extLst>
            </p:cNvPr>
            <p:cNvGrpSpPr/>
            <p:nvPr/>
          </p:nvGrpSpPr>
          <p:grpSpPr>
            <a:xfrm>
              <a:off x="7633684" y="3833510"/>
              <a:ext cx="2372135" cy="540236"/>
              <a:chOff x="8302279" y="3094027"/>
              <a:chExt cx="2372135" cy="540236"/>
            </a:xfrm>
          </p:grpSpPr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5D077A2-1101-E984-76C5-CCC72A1B9230}"/>
                  </a:ext>
                </a:extLst>
              </p:cNvPr>
              <p:cNvSpPr/>
              <p:nvPr/>
            </p:nvSpPr>
            <p:spPr>
              <a:xfrm>
                <a:off x="8302279" y="3094027"/>
                <a:ext cx="1142078" cy="540236"/>
              </a:xfrm>
              <a:prstGeom prst="rect">
                <a:avLst/>
              </a:prstGeom>
              <a:solidFill>
                <a:srgbClr val="22B874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253DC1F4-85D7-7493-5B48-D1AED5B26F50}"/>
                  </a:ext>
                </a:extLst>
              </p:cNvPr>
              <p:cNvSpPr/>
              <p:nvPr/>
            </p:nvSpPr>
            <p:spPr>
              <a:xfrm>
                <a:off x="9532336" y="3094027"/>
                <a:ext cx="540236" cy="540236"/>
              </a:xfrm>
              <a:prstGeom prst="rect">
                <a:avLst/>
              </a:prstGeom>
              <a:solidFill>
                <a:srgbClr val="51A6E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8F962FD8-24CA-AC18-8DA3-FDF9599657B3}"/>
                  </a:ext>
                </a:extLst>
              </p:cNvPr>
              <p:cNvSpPr/>
              <p:nvPr/>
            </p:nvSpPr>
            <p:spPr>
              <a:xfrm>
                <a:off x="10134178" y="3094027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子</a:t>
                </a:r>
              </a:p>
            </p:txBody>
          </p:sp>
        </p:grp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6B78448-76DE-74CF-B68E-12F4990FE413}"/>
                </a:ext>
              </a:extLst>
            </p:cNvPr>
            <p:cNvSpPr/>
            <p:nvPr/>
          </p:nvSpPr>
          <p:spPr>
            <a:xfrm>
              <a:off x="8921208" y="5845225"/>
              <a:ext cx="540236" cy="540236"/>
            </a:xfrm>
            <a:prstGeom prst="rect">
              <a:avLst/>
            </a:prstGeom>
            <a:solidFill>
              <a:srgbClr val="8F97FB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2081117-310C-5351-D792-4C247DD160C9}"/>
                </a:ext>
              </a:extLst>
            </p:cNvPr>
            <p:cNvSpPr/>
            <p:nvPr/>
          </p:nvSpPr>
          <p:spPr>
            <a:xfrm>
              <a:off x="9523050" y="5845225"/>
              <a:ext cx="540236" cy="540236"/>
            </a:xfrm>
            <a:prstGeom prst="rect">
              <a:avLst/>
            </a:prstGeom>
            <a:solidFill>
              <a:srgbClr val="51A6ED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68ED5F8-769A-4B4A-76F7-3356D1F76673}"/>
                </a:ext>
              </a:extLst>
            </p:cNvPr>
            <p:cNvSpPr txBox="1"/>
            <p:nvPr/>
          </p:nvSpPr>
          <p:spPr>
            <a:xfrm>
              <a:off x="700649" y="339897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两道</a:t>
              </a: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66FF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异</a:t>
              </a: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题</a:t>
              </a: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CB8BB2D3-26DE-7454-227C-72BCC8E33BD7}"/>
                </a:ext>
              </a:extLst>
            </p:cNvPr>
            <p:cNvCxnSpPr>
              <a:cxnSpLocks/>
            </p:cNvCxnSpPr>
            <p:nvPr/>
          </p:nvCxnSpPr>
          <p:spPr>
            <a:xfrm>
              <a:off x="6455858" y="1262135"/>
              <a:ext cx="0" cy="5167975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2360FAEC-C8CF-42D5-6CFA-9321DCDFECC4}"/>
                </a:ext>
              </a:extLst>
            </p:cNvPr>
            <p:cNvSpPr txBox="1"/>
            <p:nvPr/>
          </p:nvSpPr>
          <p:spPr>
            <a:xfrm>
              <a:off x="9268221" y="463007"/>
              <a:ext cx="23633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1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by Zeta-Xi-Upsilon</a:t>
              </a: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F16DFFF-BBC3-92A4-9650-864A4E7341EA}"/>
                </a:ext>
              </a:extLst>
            </p:cNvPr>
            <p:cNvSpPr/>
            <p:nvPr/>
          </p:nvSpPr>
          <p:spPr>
            <a:xfrm>
              <a:off x="3266640" y="4832741"/>
              <a:ext cx="540236" cy="540236"/>
            </a:xfrm>
            <a:prstGeom prst="rect">
              <a:avLst/>
            </a:prstGeom>
            <a:gradFill>
              <a:gsLst>
                <a:gs pos="24000">
                  <a:srgbClr val="F76565"/>
                </a:gs>
                <a:gs pos="75000">
                  <a:srgbClr val="F8A552"/>
                </a:gs>
              </a:gsLst>
              <a:lin ang="0" scaled="0"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C6830EE-FACA-AD70-289B-CD3A534BF3FD}"/>
                </a:ext>
              </a:extLst>
            </p:cNvPr>
            <p:cNvSpPr/>
            <p:nvPr/>
          </p:nvSpPr>
          <p:spPr>
            <a:xfrm>
              <a:off x="3867762" y="4832741"/>
              <a:ext cx="540236" cy="54023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3D83A91-3682-A8D3-F00E-06F0BF4DB3D9}"/>
                </a:ext>
              </a:extLst>
            </p:cNvPr>
            <p:cNvSpPr/>
            <p:nvPr/>
          </p:nvSpPr>
          <p:spPr>
            <a:xfrm>
              <a:off x="4468884" y="4832741"/>
              <a:ext cx="540236" cy="54023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4A6CFEA-3C83-35A8-6389-A2DBE74C9011}"/>
                </a:ext>
              </a:extLst>
            </p:cNvPr>
            <p:cNvSpPr/>
            <p:nvPr/>
          </p:nvSpPr>
          <p:spPr>
            <a:xfrm>
              <a:off x="5070006" y="4832741"/>
              <a:ext cx="540236" cy="54023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记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D7A1055-7627-FCEC-13CE-FF0D4A5B20FA}"/>
                </a:ext>
              </a:extLst>
            </p:cNvPr>
            <p:cNvSpPr txBox="1"/>
            <p:nvPr/>
          </p:nvSpPr>
          <p:spPr>
            <a:xfrm>
              <a:off x="2527137" y="4701570"/>
              <a:ext cx="39132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《</a:t>
              </a: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　　　　</a:t>
              </a: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》</a:t>
              </a:r>
              <a:endPara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12AE0A8-29D4-752B-ED97-E8B5E92B1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280" y="5090160"/>
              <a:ext cx="10860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A080D696-4DA1-CDD6-7827-493959CF7CDB}"/>
                </a:ext>
              </a:extLst>
            </p:cNvPr>
            <p:cNvSpPr txBox="1"/>
            <p:nvPr/>
          </p:nvSpPr>
          <p:spPr>
            <a:xfrm>
              <a:off x="7092510" y="1489781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81E7B9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四画　六画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184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E10D9-CDEF-3CD0-8CFC-E27CCDD17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196061C9-E200-3570-CF43-EDD575769A1A}"/>
              </a:ext>
            </a:extLst>
          </p:cNvPr>
          <p:cNvGrpSpPr/>
          <p:nvPr/>
        </p:nvGrpSpPr>
        <p:grpSpPr>
          <a:xfrm>
            <a:off x="393290" y="118314"/>
            <a:ext cx="11533239" cy="6658406"/>
            <a:chOff x="393290" y="118314"/>
            <a:chExt cx="11533239" cy="6658406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AFDC4453-EC2E-F2D1-2005-EB84BF215E5C}"/>
                </a:ext>
              </a:extLst>
            </p:cNvPr>
            <p:cNvSpPr/>
            <p:nvPr/>
          </p:nvSpPr>
          <p:spPr>
            <a:xfrm>
              <a:off x="393290" y="118314"/>
              <a:ext cx="11533239" cy="6658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D9CCF72-352E-70FC-2440-FD889C84AD8C}"/>
                </a:ext>
              </a:extLst>
            </p:cNvPr>
            <p:cNvSpPr txBox="1"/>
            <p:nvPr/>
          </p:nvSpPr>
          <p:spPr>
            <a:xfrm>
              <a:off x="2527137" y="4701570"/>
              <a:ext cx="391323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《</a:t>
              </a: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　　　　</a:t>
              </a: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》</a:t>
              </a:r>
              <a:endPara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B9EF838-7C7D-3098-EA5F-931D5CC47EC2}"/>
                </a:ext>
              </a:extLst>
            </p:cNvPr>
            <p:cNvSpPr txBox="1"/>
            <p:nvPr/>
          </p:nvSpPr>
          <p:spPr>
            <a:xfrm>
              <a:off x="717751" y="1140739"/>
              <a:ext cx="5283739" cy="356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……</a:t>
              </a: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。　　　　？</a:t>
              </a:r>
              <a:endPara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　　　　　。</a:t>
              </a: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……</a:t>
              </a:r>
              <a:b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</a:b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　　　　　　，</a:t>
              </a:r>
              <a:endPara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　　　　。</a:t>
              </a:r>
              <a:r>
                <a:rPr kumimoji="0" lang="en-US" altLang="zh-CN" sz="4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……</a:t>
              </a:r>
              <a:endPara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1613FCB-254E-F662-B5A2-CFAADF3EB55F}"/>
                </a:ext>
              </a:extLst>
            </p:cNvPr>
            <p:cNvGrpSpPr/>
            <p:nvPr/>
          </p:nvGrpSpPr>
          <p:grpSpPr>
            <a:xfrm>
              <a:off x="2607120" y="1335822"/>
              <a:ext cx="2345762" cy="540236"/>
              <a:chOff x="3275715" y="1576058"/>
              <a:chExt cx="2345762" cy="540236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12283C3-7067-BD7D-626A-6C15A6DF3180}"/>
                  </a:ext>
                </a:extLst>
              </p:cNvPr>
              <p:cNvSpPr/>
              <p:nvPr/>
            </p:nvSpPr>
            <p:spPr>
              <a:xfrm>
                <a:off x="3275715" y="1576058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名</a:t>
                </a: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7F771D9-94DA-C5BF-3C3B-CB816C039C9E}"/>
                  </a:ext>
                </a:extLst>
              </p:cNvPr>
              <p:cNvSpPr/>
              <p:nvPr/>
            </p:nvSpPr>
            <p:spPr>
              <a:xfrm>
                <a:off x="3877557" y="1576058"/>
                <a:ext cx="540236" cy="54023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之</a:t>
                </a: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9AAFAA6-7213-00A4-D686-EECE5C4744B4}"/>
                  </a:ext>
                </a:extLst>
              </p:cNvPr>
              <p:cNvSpPr/>
              <p:nvPr/>
            </p:nvSpPr>
            <p:spPr>
              <a:xfrm>
                <a:off x="4479399" y="1576058"/>
                <a:ext cx="540236" cy="54023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者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FAB807A-21EE-B503-B4F5-0939F75D5355}"/>
                  </a:ext>
                </a:extLst>
              </p:cNvPr>
              <p:cNvSpPr/>
              <p:nvPr/>
            </p:nvSpPr>
            <p:spPr>
              <a:xfrm>
                <a:off x="5081241" y="1576058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谁</a:t>
                </a: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A2EB24AD-237A-DC01-F0D5-487ACC9A8D9C}"/>
                </a:ext>
              </a:extLst>
            </p:cNvPr>
            <p:cNvGrpSpPr/>
            <p:nvPr/>
          </p:nvGrpSpPr>
          <p:grpSpPr>
            <a:xfrm>
              <a:off x="875107" y="3089442"/>
              <a:ext cx="3549445" cy="540236"/>
              <a:chOff x="1543702" y="3916336"/>
              <a:chExt cx="3549445" cy="540236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649B2AF-FDC0-4929-9307-4C0F403C46F3}"/>
                  </a:ext>
                </a:extLst>
              </p:cNvPr>
              <p:cNvSpPr/>
              <p:nvPr/>
            </p:nvSpPr>
            <p:spPr>
              <a:xfrm>
                <a:off x="1543702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颓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AFE2A82-18D9-7BB4-2E49-9A2B9F206694}"/>
                  </a:ext>
                </a:extLst>
              </p:cNvPr>
              <p:cNvSpPr/>
              <p:nvPr/>
            </p:nvSpPr>
            <p:spPr>
              <a:xfrm>
                <a:off x="2145544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然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2085F62-3F7F-7373-FA9B-806E32343CA8}"/>
                  </a:ext>
                </a:extLst>
              </p:cNvPr>
              <p:cNvSpPr/>
              <p:nvPr/>
            </p:nvSpPr>
            <p:spPr>
              <a:xfrm>
                <a:off x="2747386" y="3916336"/>
                <a:ext cx="540236" cy="54023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乎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EA748AA-24FF-16F8-23E4-4A7D659776C5}"/>
                  </a:ext>
                </a:extLst>
              </p:cNvPr>
              <p:cNvSpPr/>
              <p:nvPr/>
            </p:nvSpPr>
            <p:spPr>
              <a:xfrm>
                <a:off x="3349228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其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7191CC1-46A4-B66B-E248-ECE09CF6BF6D}"/>
                  </a:ext>
                </a:extLst>
              </p:cNvPr>
              <p:cNvSpPr/>
              <p:nvPr/>
            </p:nvSpPr>
            <p:spPr>
              <a:xfrm>
                <a:off x="3951069" y="3916336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间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365BACB-2DA5-5C25-DA25-63CCF416CD9B}"/>
                  </a:ext>
                </a:extLst>
              </p:cNvPr>
              <p:cNvSpPr/>
              <p:nvPr/>
            </p:nvSpPr>
            <p:spPr>
              <a:xfrm>
                <a:off x="4552911" y="3916336"/>
                <a:ext cx="540236" cy="54023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者</a:t>
                </a: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395E3992-BC97-E074-E6D7-B68B6B4846FB}"/>
                </a:ext>
              </a:extLst>
            </p:cNvPr>
            <p:cNvGrpSpPr/>
            <p:nvPr/>
          </p:nvGrpSpPr>
          <p:grpSpPr>
            <a:xfrm>
              <a:off x="875107" y="2212632"/>
              <a:ext cx="2947603" cy="540236"/>
              <a:chOff x="1543702" y="2839604"/>
              <a:chExt cx="2947603" cy="540236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875EBC3-2866-C865-ED95-796E361C8EE7}"/>
                  </a:ext>
                </a:extLst>
              </p:cNvPr>
              <p:cNvSpPr/>
              <p:nvPr/>
            </p:nvSpPr>
            <p:spPr>
              <a:xfrm>
                <a:off x="1543702" y="2839604"/>
                <a:ext cx="1142078" cy="540236"/>
              </a:xfrm>
              <a:prstGeom prst="rect">
                <a:avLst/>
              </a:prstGeom>
              <a:solidFill>
                <a:srgbClr val="F0F7A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太守</a:t>
                </a: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A2FFC1B-95DC-04CD-CDDD-E1717BB41879}"/>
                  </a:ext>
                </a:extLst>
              </p:cNvPr>
              <p:cNvSpPr/>
              <p:nvPr/>
            </p:nvSpPr>
            <p:spPr>
              <a:xfrm>
                <a:off x="2747386" y="2839604"/>
                <a:ext cx="540236" cy="540236"/>
              </a:xfrm>
              <a:prstGeom prst="rect">
                <a:avLst/>
              </a:prstGeom>
              <a:solidFill>
                <a:srgbClr val="F76565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自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3F3A8AA-534B-9F74-2CA7-83E19CCF963D}"/>
                  </a:ext>
                </a:extLst>
              </p:cNvPr>
              <p:cNvSpPr/>
              <p:nvPr/>
            </p:nvSpPr>
            <p:spPr>
              <a:xfrm>
                <a:off x="3349228" y="2839604"/>
                <a:ext cx="540236" cy="540236"/>
              </a:xfrm>
              <a:prstGeom prst="rect">
                <a:avLst/>
              </a:prstGeom>
              <a:solidFill>
                <a:srgbClr val="F8A552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谓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2DBDD4A-8C16-BACB-B5EA-9D497342437A}"/>
                  </a:ext>
                </a:extLst>
              </p:cNvPr>
              <p:cNvSpPr/>
              <p:nvPr/>
            </p:nvSpPr>
            <p:spPr>
              <a:xfrm>
                <a:off x="3951069" y="2839604"/>
                <a:ext cx="540236" cy="5402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也</a:t>
                </a: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33F290C4-928F-0F55-2C02-8531629A8854}"/>
                </a:ext>
              </a:extLst>
            </p:cNvPr>
            <p:cNvGrpSpPr/>
            <p:nvPr/>
          </p:nvGrpSpPr>
          <p:grpSpPr>
            <a:xfrm>
              <a:off x="863200" y="3966251"/>
              <a:ext cx="2345762" cy="540236"/>
              <a:chOff x="1531795" y="4993068"/>
              <a:chExt cx="2345762" cy="540236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786F70F-CEDD-8EF5-C2DF-D81BB523FEC2}"/>
                  </a:ext>
                </a:extLst>
              </p:cNvPr>
              <p:cNvSpPr/>
              <p:nvPr/>
            </p:nvSpPr>
            <p:spPr>
              <a:xfrm>
                <a:off x="1531795" y="4993068"/>
                <a:ext cx="1142078" cy="540236"/>
              </a:xfrm>
              <a:prstGeom prst="rect">
                <a:avLst/>
              </a:prstGeom>
              <a:solidFill>
                <a:srgbClr val="F0F7A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太守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DA657F0-D4C4-2512-0037-A5E3A46DE13E}"/>
                  </a:ext>
                </a:extLst>
              </p:cNvPr>
              <p:cNvSpPr/>
              <p:nvPr/>
            </p:nvSpPr>
            <p:spPr>
              <a:xfrm>
                <a:off x="2735479" y="4993068"/>
                <a:ext cx="540236" cy="540236"/>
              </a:xfrm>
              <a:prstGeom prst="rect">
                <a:avLst/>
              </a:prstGeom>
              <a:gradFill>
                <a:gsLst>
                  <a:gs pos="24000">
                    <a:srgbClr val="F76565"/>
                  </a:gs>
                  <a:gs pos="75000">
                    <a:srgbClr val="F8A552"/>
                  </a:gs>
                </a:gsLst>
                <a:lin ang="0" scaled="0"/>
              </a:gra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醉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07C94971-2D4C-AE17-5947-CD2458FADEF4}"/>
                  </a:ext>
                </a:extLst>
              </p:cNvPr>
              <p:cNvSpPr/>
              <p:nvPr/>
            </p:nvSpPr>
            <p:spPr>
              <a:xfrm>
                <a:off x="3337321" y="4993068"/>
                <a:ext cx="540236" cy="5402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也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31F6851-E930-B144-DC5F-1FD1B5C32653}"/>
                </a:ext>
              </a:extLst>
            </p:cNvPr>
            <p:cNvGrpSpPr/>
            <p:nvPr/>
          </p:nvGrpSpPr>
          <p:grpSpPr>
            <a:xfrm>
              <a:off x="2628591" y="5845226"/>
              <a:ext cx="2345762" cy="540236"/>
              <a:chOff x="3275715" y="1576058"/>
              <a:chExt cx="2345762" cy="540236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9CA73735-9342-0EC4-AF06-00D54699D7CA}"/>
                  </a:ext>
                </a:extLst>
              </p:cNvPr>
              <p:cNvSpPr/>
              <p:nvPr/>
            </p:nvSpPr>
            <p:spPr>
              <a:xfrm>
                <a:off x="3275715" y="1576058"/>
                <a:ext cx="540236" cy="540236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之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C3EF0AB-D0EB-68EE-A35B-70526324A3FC}"/>
                  </a:ext>
                </a:extLst>
              </p:cNvPr>
              <p:cNvSpPr/>
              <p:nvPr/>
            </p:nvSpPr>
            <p:spPr>
              <a:xfrm>
                <a:off x="3877557" y="1576058"/>
                <a:ext cx="540236" cy="54023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乎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8AEF631-9029-48E6-7F7C-0A4EE17E21D0}"/>
                  </a:ext>
                </a:extLst>
              </p:cNvPr>
              <p:cNvSpPr/>
              <p:nvPr/>
            </p:nvSpPr>
            <p:spPr>
              <a:xfrm>
                <a:off x="4479399" y="1576058"/>
                <a:ext cx="540236" cy="540236"/>
              </a:xfrm>
              <a:prstGeom prst="rect">
                <a:avLst/>
              </a:prstGeom>
              <a:solidFill>
                <a:srgbClr val="FFFF0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者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C9EF1FAA-8074-52B3-B4A2-821AC9709655}"/>
                  </a:ext>
                </a:extLst>
              </p:cNvPr>
              <p:cNvSpPr/>
              <p:nvPr/>
            </p:nvSpPr>
            <p:spPr>
              <a:xfrm>
                <a:off x="5081241" y="1576058"/>
                <a:ext cx="540236" cy="5402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也</a:t>
                </a: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7D32B3F-2716-9E69-0F18-7F0D71D5A603}"/>
                </a:ext>
              </a:extLst>
            </p:cNvPr>
            <p:cNvSpPr txBox="1"/>
            <p:nvPr/>
          </p:nvSpPr>
          <p:spPr>
            <a:xfrm>
              <a:off x="1491462" y="588451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答案１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04F886D-31FD-AE22-E7C6-6FF036450B8E}"/>
                </a:ext>
              </a:extLst>
            </p:cNvPr>
            <p:cNvSpPr txBox="1"/>
            <p:nvPr/>
          </p:nvSpPr>
          <p:spPr>
            <a:xfrm>
              <a:off x="7695122" y="5884511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答案２</a:t>
              </a:r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606FA45D-0444-D1E9-2D86-2E8A166D46DC}"/>
                </a:ext>
              </a:extLst>
            </p:cNvPr>
            <p:cNvGrpSpPr/>
            <p:nvPr/>
          </p:nvGrpSpPr>
          <p:grpSpPr>
            <a:xfrm>
              <a:off x="7633684" y="2207060"/>
              <a:ext cx="2372135" cy="540236"/>
              <a:chOff x="8302279" y="2207060"/>
              <a:chExt cx="2372135" cy="540236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96E9738-9449-0AF2-C92D-7BC7CF7DA7BA}"/>
                  </a:ext>
                </a:extLst>
              </p:cNvPr>
              <p:cNvSpPr/>
              <p:nvPr/>
            </p:nvSpPr>
            <p:spPr>
              <a:xfrm>
                <a:off x="9532336" y="2207060"/>
                <a:ext cx="1142078" cy="540236"/>
              </a:xfrm>
              <a:prstGeom prst="rect">
                <a:avLst/>
              </a:prstGeom>
              <a:solidFill>
                <a:srgbClr val="F0F7A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太守</a:t>
                </a: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7B7596AA-FE0D-D6BC-0705-D6CEE4DAA2EA}"/>
                  </a:ext>
                </a:extLst>
              </p:cNvPr>
              <p:cNvSpPr/>
              <p:nvPr/>
            </p:nvSpPr>
            <p:spPr>
              <a:xfrm>
                <a:off x="8302279" y="2207060"/>
                <a:ext cx="1142078" cy="540236"/>
              </a:xfrm>
              <a:prstGeom prst="rect">
                <a:avLst/>
              </a:prstGeom>
              <a:solidFill>
                <a:srgbClr val="22B874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巴西</a:t>
                </a:r>
              </a:p>
            </p:txBody>
          </p:sp>
        </p:grp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98DFA93-9E0F-ECEE-416A-435812084E57}"/>
                </a:ext>
              </a:extLst>
            </p:cNvPr>
            <p:cNvSpPr/>
            <p:nvPr/>
          </p:nvSpPr>
          <p:spPr>
            <a:xfrm>
              <a:off x="7063411" y="1369298"/>
              <a:ext cx="1142078" cy="540236"/>
            </a:xfrm>
            <a:prstGeom prst="rect">
              <a:avLst/>
            </a:prstGeom>
            <a:solidFill>
              <a:srgbClr val="22B874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巴西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898BC1D2-0FE8-D47D-A8FF-2DC0CA0B1ED3}"/>
                </a:ext>
              </a:extLst>
            </p:cNvPr>
            <p:cNvGrpSpPr/>
            <p:nvPr/>
          </p:nvGrpSpPr>
          <p:grpSpPr>
            <a:xfrm>
              <a:off x="7633684" y="3020285"/>
              <a:ext cx="2372135" cy="540236"/>
              <a:chOff x="8302279" y="3094027"/>
              <a:chExt cx="2372135" cy="540236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A7C268E-753C-9CC6-7487-A580F335638C}"/>
                  </a:ext>
                </a:extLst>
              </p:cNvPr>
              <p:cNvSpPr/>
              <p:nvPr/>
            </p:nvSpPr>
            <p:spPr>
              <a:xfrm>
                <a:off x="8302279" y="3094027"/>
                <a:ext cx="1142078" cy="540236"/>
              </a:xfrm>
              <a:prstGeom prst="rect">
                <a:avLst/>
              </a:prstGeom>
              <a:solidFill>
                <a:srgbClr val="22B874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巴西</a:t>
                </a: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95BE9355-B4E9-EA79-5054-19F926C83B42}"/>
                  </a:ext>
                </a:extLst>
              </p:cNvPr>
              <p:cNvSpPr/>
              <p:nvPr/>
            </p:nvSpPr>
            <p:spPr>
              <a:xfrm>
                <a:off x="9532336" y="3094027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烤</a:t>
                </a: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E97CA845-1AC8-E307-FA30-A43EB7BCB1F2}"/>
                  </a:ext>
                </a:extLst>
              </p:cNvPr>
              <p:cNvSpPr/>
              <p:nvPr/>
            </p:nvSpPr>
            <p:spPr>
              <a:xfrm>
                <a:off x="10134178" y="3094027"/>
                <a:ext cx="540236" cy="540236"/>
              </a:xfrm>
              <a:prstGeom prst="rect">
                <a:avLst/>
              </a:prstGeom>
              <a:solidFill>
                <a:srgbClr val="8F97FB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肉</a:t>
                </a: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EDDEAE3A-F23E-7EAB-7868-371914FBFDFF}"/>
                </a:ext>
              </a:extLst>
            </p:cNvPr>
            <p:cNvGrpSpPr/>
            <p:nvPr/>
          </p:nvGrpSpPr>
          <p:grpSpPr>
            <a:xfrm>
              <a:off x="7633684" y="3833510"/>
              <a:ext cx="2372135" cy="540236"/>
              <a:chOff x="8302279" y="3094027"/>
              <a:chExt cx="2372135" cy="540236"/>
            </a:xfrm>
          </p:grpSpPr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02A12BEE-019B-265E-B0CF-39EFDDDFC0E2}"/>
                  </a:ext>
                </a:extLst>
              </p:cNvPr>
              <p:cNvSpPr/>
              <p:nvPr/>
            </p:nvSpPr>
            <p:spPr>
              <a:xfrm>
                <a:off x="8302279" y="3094027"/>
                <a:ext cx="1142078" cy="540236"/>
              </a:xfrm>
              <a:prstGeom prst="rect">
                <a:avLst/>
              </a:prstGeom>
              <a:solidFill>
                <a:srgbClr val="22B874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巴西</a:t>
                </a: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D8E99E42-D053-01FD-0053-F20A26263C11}"/>
                  </a:ext>
                </a:extLst>
              </p:cNvPr>
              <p:cNvSpPr/>
              <p:nvPr/>
            </p:nvSpPr>
            <p:spPr>
              <a:xfrm>
                <a:off x="9532336" y="3094027"/>
                <a:ext cx="540236" cy="540236"/>
              </a:xfrm>
              <a:prstGeom prst="rect">
                <a:avLst/>
              </a:prstGeom>
              <a:solidFill>
                <a:srgbClr val="51A6ED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松</a:t>
                </a: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9D041907-9112-65AD-E1DF-5139430A0B18}"/>
                  </a:ext>
                </a:extLst>
              </p:cNvPr>
              <p:cNvSpPr/>
              <p:nvPr/>
            </p:nvSpPr>
            <p:spPr>
              <a:xfrm>
                <a:off x="10134178" y="3094027"/>
                <a:ext cx="540236" cy="54023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黑体 CN"/>
                    <a:ea typeface="思源黑体 CN"/>
                    <a:cs typeface="+mn-cs"/>
                  </a:rPr>
                  <a:t>子</a:t>
                </a:r>
              </a:p>
            </p:txBody>
          </p:sp>
        </p:grp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1525878-0718-58B9-7A78-5691F1B004C0}"/>
                </a:ext>
              </a:extLst>
            </p:cNvPr>
            <p:cNvSpPr/>
            <p:nvPr/>
          </p:nvSpPr>
          <p:spPr>
            <a:xfrm>
              <a:off x="8921208" y="5845225"/>
              <a:ext cx="540236" cy="540236"/>
            </a:xfrm>
            <a:prstGeom prst="rect">
              <a:avLst/>
            </a:prstGeom>
            <a:solidFill>
              <a:srgbClr val="8F97FB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肉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6DB6348-B93C-7655-2DD0-A9A312E623C5}"/>
                </a:ext>
              </a:extLst>
            </p:cNvPr>
            <p:cNvSpPr/>
            <p:nvPr/>
          </p:nvSpPr>
          <p:spPr>
            <a:xfrm>
              <a:off x="9523050" y="5845225"/>
              <a:ext cx="540236" cy="540236"/>
            </a:xfrm>
            <a:prstGeom prst="rect">
              <a:avLst/>
            </a:prstGeom>
            <a:solidFill>
              <a:srgbClr val="51A6ED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松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9D9A8145-EF1B-4390-2B36-6FEC35EB56F9}"/>
                </a:ext>
              </a:extLst>
            </p:cNvPr>
            <p:cNvSpPr txBox="1"/>
            <p:nvPr/>
          </p:nvSpPr>
          <p:spPr>
            <a:xfrm>
              <a:off x="700649" y="339897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两道</a:t>
              </a: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66FF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异</a:t>
              </a: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题</a:t>
              </a:r>
            </a:p>
          </p:txBody>
        </p: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772DF9B-0A86-FE21-1525-2EEF9CA2211E}"/>
                </a:ext>
              </a:extLst>
            </p:cNvPr>
            <p:cNvCxnSpPr>
              <a:cxnSpLocks/>
            </p:cNvCxnSpPr>
            <p:nvPr/>
          </p:nvCxnSpPr>
          <p:spPr>
            <a:xfrm>
              <a:off x="6455858" y="1262135"/>
              <a:ext cx="0" cy="5167975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7D1CC418-50DF-FCE9-03B2-C1FC025FD7A9}"/>
                </a:ext>
              </a:extLst>
            </p:cNvPr>
            <p:cNvSpPr txBox="1"/>
            <p:nvPr/>
          </p:nvSpPr>
          <p:spPr>
            <a:xfrm>
              <a:off x="9268221" y="463007"/>
              <a:ext cx="23633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1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by Zeta-Xi-Upsilon</a:t>
              </a:r>
              <a:endParaRPr kumimoji="0" lang="zh-CN" altLang="en-US" sz="2000" b="0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7674B92-8133-CCC0-91E5-706000B243BE}"/>
                </a:ext>
              </a:extLst>
            </p:cNvPr>
            <p:cNvSpPr/>
            <p:nvPr/>
          </p:nvSpPr>
          <p:spPr>
            <a:xfrm>
              <a:off x="3266640" y="4832741"/>
              <a:ext cx="540236" cy="540236"/>
            </a:xfrm>
            <a:prstGeom prst="rect">
              <a:avLst/>
            </a:prstGeom>
            <a:gradFill>
              <a:gsLst>
                <a:gs pos="24000">
                  <a:srgbClr val="F76565"/>
                </a:gs>
                <a:gs pos="75000">
                  <a:srgbClr val="F8A552"/>
                </a:gs>
              </a:gsLst>
              <a:lin ang="0" scaled="0"/>
            </a:gra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醉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BF664CE-7192-9740-811E-EAF7348006BF}"/>
                </a:ext>
              </a:extLst>
            </p:cNvPr>
            <p:cNvSpPr/>
            <p:nvPr/>
          </p:nvSpPr>
          <p:spPr>
            <a:xfrm>
              <a:off x="3867762" y="4832741"/>
              <a:ext cx="540236" cy="54023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翁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E230283-F53E-FE4B-0478-6E4FE7E896A2}"/>
                </a:ext>
              </a:extLst>
            </p:cNvPr>
            <p:cNvSpPr/>
            <p:nvPr/>
          </p:nvSpPr>
          <p:spPr>
            <a:xfrm>
              <a:off x="4468884" y="4832741"/>
              <a:ext cx="540236" cy="54023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亭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617BF95-1975-2DFA-63FB-299299741435}"/>
                </a:ext>
              </a:extLst>
            </p:cNvPr>
            <p:cNvSpPr/>
            <p:nvPr/>
          </p:nvSpPr>
          <p:spPr>
            <a:xfrm>
              <a:off x="5070006" y="4832741"/>
              <a:ext cx="540236" cy="54023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记</a:t>
              </a: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D8B2199-1786-7984-F745-C349C21A5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5280" y="5090160"/>
              <a:ext cx="108605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C3EA508-A1E0-C081-A898-DAF179DE825C}"/>
                </a:ext>
              </a:extLst>
            </p:cNvPr>
            <p:cNvSpPr txBox="1"/>
            <p:nvPr/>
          </p:nvSpPr>
          <p:spPr>
            <a:xfrm>
              <a:off x="6934268" y="1993359"/>
              <a:ext cx="4864442" cy="3330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而　　　　　、</a:t>
              </a:r>
              <a:endPara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　　　　　　、</a:t>
              </a:r>
              <a:endPara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在三个不同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srgbClr val="CC0099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的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国家。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9B97AF5-0FDA-29AA-9B62-F73563C67210}"/>
                </a:ext>
              </a:extLst>
            </p:cNvPr>
            <p:cNvSpPr txBox="1"/>
            <p:nvPr/>
          </p:nvSpPr>
          <p:spPr>
            <a:xfrm>
              <a:off x="8185058" y="1285473"/>
              <a:ext cx="23633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是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35000">
                        <a:srgbClr val="CC0099"/>
                      </a:gs>
                      <a:gs pos="44000">
                        <a:srgbClr val="FF66FF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地</a:t>
              </a:r>
              <a:r>
                <a:rPr kumimoji="0" lang="zh-CN" altLang="en-US" sz="4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/>
                  <a:ea typeface="思源黑体 CN"/>
                  <a:cs typeface="+mn-cs"/>
                </a:rPr>
                <a:t>名，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3397D63-C0F7-7A62-5D4B-4B7855F7ACD0}"/>
              </a:ext>
            </a:extLst>
          </p:cNvPr>
          <p:cNvSpPr txBox="1"/>
          <p:nvPr/>
        </p:nvSpPr>
        <p:spPr>
          <a:xfrm>
            <a:off x="8539792" y="103802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rPr>
              <a:t>的异→地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B531EB-490A-C778-1F7C-4B5376D23A8A}"/>
              </a:ext>
            </a:extLst>
          </p:cNvPr>
          <p:cNvSpPr txBox="1"/>
          <p:nvPr/>
        </p:nvSpPr>
        <p:spPr>
          <a:xfrm>
            <a:off x="1812745" y="363637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/>
                <a:ea typeface="思源黑体 CN"/>
                <a:cs typeface="+mn-cs"/>
              </a:rPr>
              <a:t>自谓→醉</a:t>
            </a:r>
          </a:p>
        </p:txBody>
      </p:sp>
    </p:spTree>
    <p:extLst>
      <p:ext uri="{BB962C8B-B14F-4D97-AF65-F5344CB8AC3E}">
        <p14:creationId xmlns:p14="http://schemas.microsoft.com/office/powerpoint/2010/main" val="27453328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定义 5">
      <a:majorFont>
        <a:latin typeface="思源黑体 CN"/>
        <a:ea typeface="思源黑体 CN"/>
        <a:cs typeface=""/>
      </a:majorFont>
      <a:minorFont>
        <a:latin typeface="思源黑体 CN"/>
        <a:ea typeface="思源黑体 C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宽屏</PresentationFormat>
  <Paragraphs>70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思源黑体 CN</vt:lpstr>
      <vt:lpstr>Arial</vt:lpstr>
      <vt:lpstr>1_Office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Zheng</dc:creator>
  <cp:lastModifiedBy>XY Zheng</cp:lastModifiedBy>
  <cp:revision>1</cp:revision>
  <dcterms:created xsi:type="dcterms:W3CDTF">2026-05-24T13:31:22Z</dcterms:created>
  <dcterms:modified xsi:type="dcterms:W3CDTF">2026-05-24T13:31:49Z</dcterms:modified>
</cp:coreProperties>
</file>