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3AB1FF-6FA9-85F1-3408-7D8249EA34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B6C4753-B2E1-1409-86AD-76EF781B45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8EDCEF6-B2F6-2B1E-CA66-A760032CD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4D9B2-1A1A-4252-AC9F-FAE6B5F1D9C1}" type="datetimeFigureOut">
              <a:rPr lang="zh-CN" altLang="en-US" smtClean="0"/>
              <a:t>2026/6/29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CC84927-E8BC-3015-48AB-CF506437C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21188E3-A1A8-657C-BED7-3921F3DC5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CB5BD-9491-4D1C-9418-3181DECA06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597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218853-BB02-61D3-5EBA-A1F62CB07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2617458-D1F4-8C7C-767A-BFBA3944CA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30A331C-BA31-79AD-866E-0B4682E83F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4D9B2-1A1A-4252-AC9F-FAE6B5F1D9C1}" type="datetimeFigureOut">
              <a:rPr lang="zh-CN" altLang="en-US" smtClean="0"/>
              <a:t>2026/6/29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9592DB1-449D-83F7-A7C1-E4988B1AB8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F40F58-2914-3A76-1349-EDC9E8A12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CB5BD-9491-4D1C-9418-3181DECA06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80589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E9C336-E345-4481-95F2-B86BE86A6F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5539E7-838F-F9C4-31E2-28DD598DC7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6300DD9-88ED-BD47-85D9-E7EFA1D8C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4D9B2-1A1A-4252-AC9F-FAE6B5F1D9C1}" type="datetimeFigureOut">
              <a:rPr lang="zh-CN" altLang="en-US" smtClean="0"/>
              <a:t>2026/6/29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6BEDADB-147E-C011-7EFE-FB952C1BA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74A5581-1CF5-4586-5C11-85B10A64A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CB5BD-9491-4D1C-9418-3181DECA06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28187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3E9A14-9F94-4F7C-71E3-94C34C72D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E9AD3D5-B769-F83A-1797-CC314CFC1F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7ECD27F-861B-D05B-DBCC-FD6929CDF9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D90B49C-6E91-F9CE-29AC-00A979C27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4D9B2-1A1A-4252-AC9F-FAE6B5F1D9C1}" type="datetimeFigureOut">
              <a:rPr lang="zh-CN" altLang="en-US" smtClean="0"/>
              <a:t>2026/6/29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46949ED-64C7-DE16-F6C9-D03126BB4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273F5DB-35C0-67B4-701C-1A1940596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CB5BD-9491-4D1C-9418-3181DECA06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40391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6886BF-B4E5-D3B3-F3C4-52CE68D8D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288B340-9F02-0A23-F753-3A7EEF949A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BC47FCC-5F35-7EAE-2471-C3B167039E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D3EB654-66AE-6644-6EED-2AB48B2E4B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34C21B8-22B1-F11D-1DD4-4CA69B81BB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982946C-04BC-AC57-9168-0DD092585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4D9B2-1A1A-4252-AC9F-FAE6B5F1D9C1}" type="datetimeFigureOut">
              <a:rPr lang="zh-CN" altLang="en-US" smtClean="0"/>
              <a:t>2026/6/29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677F5E1-2744-13B8-C01C-E6534BABD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B4DA4B2-C4DC-3717-A1E6-616BCE9C7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CB5BD-9491-4D1C-9418-3181DECA06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10325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FD97A7-7A6D-2C83-52B0-1C306B98C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A57AEB3-D2F8-9019-3E31-707E69CC7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4D9B2-1A1A-4252-AC9F-FAE6B5F1D9C1}" type="datetimeFigureOut">
              <a:rPr lang="zh-CN" altLang="en-US" smtClean="0"/>
              <a:t>2026/6/29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3AE88CE-C1E1-6F91-7532-7F049E5F8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727352D-D5FF-3880-7A53-E26C303E4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CB5BD-9491-4D1C-9418-3181DECA06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76414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7B00F5F-4910-F57B-5687-2A3BFD388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4D9B2-1A1A-4252-AC9F-FAE6B5F1D9C1}" type="datetimeFigureOut">
              <a:rPr lang="zh-CN" altLang="en-US" smtClean="0"/>
              <a:t>2026/6/29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8F9186E-BB22-C5D5-AB3F-5EAC33436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A142833-9770-9ED8-8A66-BD480E3BC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CB5BD-9491-4D1C-9418-3181DECA06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00770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0AAF8F-A77E-5D16-72B0-A87FCFE2E0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1E272B3-0B56-7F7E-7990-EB101BE2DF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E7D4368-C403-D630-7D79-844DDCAD85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504D8AD-1893-B052-CFB3-56FA5F5AC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4D9B2-1A1A-4252-AC9F-FAE6B5F1D9C1}" type="datetimeFigureOut">
              <a:rPr lang="zh-CN" altLang="en-US" smtClean="0"/>
              <a:t>2026/6/29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2168477-9527-6A61-271C-94D46F535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13CE994-D1E6-498A-BB4B-DA09DDAF7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CB5BD-9491-4D1C-9418-3181DECA06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62487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91A38F-E287-310F-DBCF-F260045426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5EFE72E-1B4A-9975-689C-8260033B3B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8466CAE-EAF5-766A-4FA0-06F2CA3FCA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8002781-6546-7449-6560-8C9909D8C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4D9B2-1A1A-4252-AC9F-FAE6B5F1D9C1}" type="datetimeFigureOut">
              <a:rPr lang="zh-CN" altLang="en-US" smtClean="0"/>
              <a:t>2026/6/29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5B3A168-F5BE-6B23-38E5-2CF213E26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F71CC63-9E4D-905E-C0BA-208BE39A5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CB5BD-9491-4D1C-9418-3181DECA06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5933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33CBA1-2E97-FB14-3A46-3674F5CB5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568AA1B-B79B-654C-2D85-6ED166BDD8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E60994-9C82-871A-1C61-11B31A1BA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4D9B2-1A1A-4252-AC9F-FAE6B5F1D9C1}" type="datetimeFigureOut">
              <a:rPr lang="zh-CN" altLang="en-US" smtClean="0"/>
              <a:t>2026/6/29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AC2111E-9F21-82A4-69DC-73E562CF5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CC4203F-BDD0-78DD-5EF9-4E44C648C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CB5BD-9491-4D1C-9418-3181DECA06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97994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9673C20-082E-1191-E1F9-31EB805C7E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A1747CF-0FF6-CFAB-B9E6-045E4F71A6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B76D2F-0E12-0639-F8B4-D48AAFA88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4D9B2-1A1A-4252-AC9F-FAE6B5F1D9C1}" type="datetimeFigureOut">
              <a:rPr lang="zh-CN" altLang="en-US" smtClean="0"/>
              <a:t>2026/6/29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5DC84EE-0B00-DC12-DBD8-40154BCD7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6D58204-2D07-5AA8-E406-7AE610E33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CB5BD-9491-4D1C-9418-3181DECA06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90335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72B93DB-A7B7-7238-1CC4-FBA4C88BE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45B90E5-4465-44C6-D0C5-7E2E3CD6CC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3975306-8042-4BF6-05AD-D28C907230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C4D9B2-1A1A-4252-AC9F-FAE6B5F1D9C1}" type="datetimeFigureOut">
              <a:rPr lang="zh-CN" altLang="en-US" smtClean="0"/>
              <a:t>2026/6/29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C5737DC-A378-0095-47C6-207F89EBBB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D34C4C0-9C23-5953-C05B-B99AECF4C9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4CB5BD-9491-4D1C-9418-3181DECA06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56182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49791-F274-5ECA-36B5-8878B6C763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组合 45">
            <a:extLst>
              <a:ext uri="{FF2B5EF4-FFF2-40B4-BE49-F238E27FC236}">
                <a16:creationId xmlns:a16="http://schemas.microsoft.com/office/drawing/2014/main" id="{BE450AED-76DC-AA6B-C44B-833A076A50CD}"/>
              </a:ext>
            </a:extLst>
          </p:cNvPr>
          <p:cNvGrpSpPr/>
          <p:nvPr/>
        </p:nvGrpSpPr>
        <p:grpSpPr>
          <a:xfrm>
            <a:off x="0" y="0"/>
            <a:ext cx="9802761" cy="6858000"/>
            <a:chOff x="0" y="0"/>
            <a:chExt cx="9802761" cy="6858000"/>
          </a:xfrm>
        </p:grpSpPr>
        <p:pic>
          <p:nvPicPr>
            <p:cNvPr id="5" name="图片 4" descr="夜晚的星空&#10;&#10;AI 生成的内容可能不正确。">
              <a:extLst>
                <a:ext uri="{FF2B5EF4-FFF2-40B4-BE49-F238E27FC236}">
                  <a16:creationId xmlns:a16="http://schemas.microsoft.com/office/drawing/2014/main" id="{AC67D4CC-48DC-E08B-E099-06FCFC3CEDA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889"/>
            <a:stretch>
              <a:fillRect/>
            </a:stretch>
          </p:blipFill>
          <p:spPr>
            <a:xfrm>
              <a:off x="0" y="0"/>
              <a:ext cx="5584017" cy="6858000"/>
            </a:xfrm>
            <a:prstGeom prst="rect">
              <a:avLst/>
            </a:prstGeom>
          </p:spPr>
        </p:pic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4752556B-285C-7AC6-26FB-4DA7D8E066C2}"/>
                </a:ext>
              </a:extLst>
            </p:cNvPr>
            <p:cNvCxnSpPr>
              <a:cxnSpLocks/>
            </p:cNvCxnSpPr>
            <p:nvPr/>
          </p:nvCxnSpPr>
          <p:spPr>
            <a:xfrm>
              <a:off x="3280093" y="5650198"/>
              <a:ext cx="432244" cy="363995"/>
            </a:xfrm>
            <a:prstGeom prst="line">
              <a:avLst/>
            </a:prstGeom>
            <a:ln>
              <a:solidFill>
                <a:srgbClr val="FFFF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6B1F957E-EB65-16F6-0A6A-1B61C4909556}"/>
                </a:ext>
              </a:extLst>
            </p:cNvPr>
            <p:cNvSpPr/>
            <p:nvPr/>
          </p:nvSpPr>
          <p:spPr>
            <a:xfrm>
              <a:off x="3751632" y="6022466"/>
              <a:ext cx="438449" cy="438449"/>
            </a:xfrm>
            <a:prstGeom prst="rect">
              <a:avLst/>
            </a:prstGeom>
            <a:solidFill>
              <a:srgbClr val="FFFFFF">
                <a:alpha val="50196"/>
              </a:srgbClr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b="1">
                  <a:solidFill>
                    <a:srgbClr val="FFFF00"/>
                  </a:solidFill>
                  <a:latin typeface="思源宋体 CN" panose="02020400000000000000" pitchFamily="18" charset="-122"/>
                  <a:ea typeface="思源宋体 CN" panose="02020400000000000000" pitchFamily="18" charset="-122"/>
                </a:rPr>
                <a:t>5</a:t>
              </a:r>
              <a:endParaRPr lang="zh-CN" altLang="en-US" sz="2400" b="1">
                <a:solidFill>
                  <a:srgbClr val="FFFF00"/>
                </a:solidFill>
                <a:latin typeface="思源宋体 CN" panose="02020400000000000000" pitchFamily="18" charset="-122"/>
                <a:ea typeface="思源宋体 CN" panose="02020400000000000000" pitchFamily="18" charset="-122"/>
              </a:endParaRP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175EF5C0-8AC1-5557-B9F3-23741E796534}"/>
                </a:ext>
              </a:extLst>
            </p:cNvPr>
            <p:cNvSpPr/>
            <p:nvPr/>
          </p:nvSpPr>
          <p:spPr>
            <a:xfrm>
              <a:off x="4229376" y="6022466"/>
              <a:ext cx="438449" cy="438449"/>
            </a:xfrm>
            <a:prstGeom prst="rect">
              <a:avLst/>
            </a:prstGeom>
            <a:solidFill>
              <a:srgbClr val="FFFFFF">
                <a:alpha val="50196"/>
              </a:srgbClr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b="1">
                <a:solidFill>
                  <a:srgbClr val="FFFF00"/>
                </a:solidFill>
                <a:latin typeface="思源宋体 CN" panose="02020400000000000000" pitchFamily="18" charset="-122"/>
                <a:ea typeface="思源宋体 CN" panose="02020400000000000000" pitchFamily="18" charset="-122"/>
              </a:endParaRP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EB579311-34C6-5AF2-DC1E-DE5ABE6746AA}"/>
                </a:ext>
              </a:extLst>
            </p:cNvPr>
            <p:cNvSpPr/>
            <p:nvPr/>
          </p:nvSpPr>
          <p:spPr>
            <a:xfrm>
              <a:off x="4707120" y="6022466"/>
              <a:ext cx="438449" cy="438449"/>
            </a:xfrm>
            <a:prstGeom prst="rect">
              <a:avLst/>
            </a:prstGeom>
            <a:solidFill>
              <a:srgbClr val="FFFFFF">
                <a:alpha val="50196"/>
              </a:srgbClr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b="1">
                <a:solidFill>
                  <a:srgbClr val="FFFF00"/>
                </a:solidFill>
                <a:latin typeface="思源宋体 CN" panose="02020400000000000000" pitchFamily="18" charset="-122"/>
                <a:ea typeface="思源宋体 CN" panose="02020400000000000000" pitchFamily="18" charset="-122"/>
              </a:endParaRPr>
            </a:p>
          </p:txBody>
        </p: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7886CB1E-9ADA-C027-09AD-3078447CB12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79247" y="4756755"/>
              <a:ext cx="258519" cy="372268"/>
            </a:xfrm>
            <a:prstGeom prst="line">
              <a:avLst/>
            </a:prstGeom>
            <a:ln>
              <a:solidFill>
                <a:srgbClr val="FFFF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F778035B-939C-875A-1A4C-F81E952BBF12}"/>
                </a:ext>
              </a:extLst>
            </p:cNvPr>
            <p:cNvSpPr/>
            <p:nvPr/>
          </p:nvSpPr>
          <p:spPr>
            <a:xfrm>
              <a:off x="3985334" y="4285216"/>
              <a:ext cx="438449" cy="438449"/>
            </a:xfrm>
            <a:prstGeom prst="rect">
              <a:avLst/>
            </a:prstGeom>
            <a:solidFill>
              <a:srgbClr val="FFFFFF">
                <a:alpha val="50196"/>
              </a:srgbClr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b="1">
                  <a:solidFill>
                    <a:srgbClr val="FFFF00"/>
                  </a:solidFill>
                  <a:latin typeface="思源宋体 CN" panose="02020400000000000000" pitchFamily="18" charset="-122"/>
                  <a:ea typeface="思源宋体 CN" panose="02020400000000000000" pitchFamily="18" charset="-122"/>
                </a:rPr>
                <a:t>2</a:t>
              </a:r>
              <a:endParaRPr lang="zh-CN" altLang="en-US" sz="2400" b="1">
                <a:solidFill>
                  <a:srgbClr val="FFFF00"/>
                </a:solidFill>
                <a:latin typeface="思源宋体 CN" panose="02020400000000000000" pitchFamily="18" charset="-122"/>
                <a:ea typeface="思源宋体 CN" panose="02020400000000000000" pitchFamily="18" charset="-122"/>
              </a:endParaRP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C26AE4E7-7974-9F3F-3ACD-77128A587243}"/>
                </a:ext>
              </a:extLst>
            </p:cNvPr>
            <p:cNvSpPr/>
            <p:nvPr/>
          </p:nvSpPr>
          <p:spPr>
            <a:xfrm>
              <a:off x="4463077" y="4285216"/>
              <a:ext cx="438449" cy="438449"/>
            </a:xfrm>
            <a:prstGeom prst="rect">
              <a:avLst/>
            </a:prstGeom>
            <a:solidFill>
              <a:srgbClr val="FFFFFF">
                <a:alpha val="50196"/>
              </a:srgbClr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b="1">
                <a:solidFill>
                  <a:srgbClr val="FFFF00"/>
                </a:solidFill>
                <a:latin typeface="思源宋体 CN" panose="02020400000000000000" pitchFamily="18" charset="-122"/>
                <a:ea typeface="思源宋体 CN" panose="02020400000000000000" pitchFamily="18" charset="-122"/>
              </a:endParaRP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AEF3BCA0-5337-CC39-C4D0-F285687EA258}"/>
                </a:ext>
              </a:extLst>
            </p:cNvPr>
            <p:cNvSpPr/>
            <p:nvPr/>
          </p:nvSpPr>
          <p:spPr>
            <a:xfrm>
              <a:off x="4940821" y="4285216"/>
              <a:ext cx="438449" cy="438449"/>
            </a:xfrm>
            <a:prstGeom prst="rect">
              <a:avLst/>
            </a:prstGeom>
            <a:solidFill>
              <a:srgbClr val="FFFFFF">
                <a:alpha val="50196"/>
              </a:srgbClr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b="1">
                <a:solidFill>
                  <a:srgbClr val="FFFF00"/>
                </a:solidFill>
                <a:latin typeface="思源宋体 CN" panose="02020400000000000000" pitchFamily="18" charset="-122"/>
                <a:ea typeface="思源宋体 CN" panose="02020400000000000000" pitchFamily="18" charset="-122"/>
              </a:endParaRP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1A47C608-FF49-0B68-B1CE-2A407E1B5FD0}"/>
                </a:ext>
              </a:extLst>
            </p:cNvPr>
            <p:cNvSpPr/>
            <p:nvPr/>
          </p:nvSpPr>
          <p:spPr>
            <a:xfrm>
              <a:off x="643196" y="4856027"/>
              <a:ext cx="438449" cy="438449"/>
            </a:xfrm>
            <a:prstGeom prst="rect">
              <a:avLst/>
            </a:prstGeom>
            <a:solidFill>
              <a:srgbClr val="FFFFFF">
                <a:alpha val="50196"/>
              </a:srgbClr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b="1">
                  <a:solidFill>
                    <a:srgbClr val="FFFF00"/>
                  </a:solidFill>
                  <a:latin typeface="思源宋体 CN" panose="02020400000000000000" pitchFamily="18" charset="-122"/>
                  <a:ea typeface="思源宋体 CN" panose="02020400000000000000" pitchFamily="18" charset="-122"/>
                </a:rPr>
                <a:t>3</a:t>
              </a:r>
              <a:endParaRPr lang="zh-CN" altLang="en-US" sz="2400" b="1">
                <a:solidFill>
                  <a:srgbClr val="FFFF00"/>
                </a:solidFill>
                <a:latin typeface="思源宋体 CN" panose="02020400000000000000" pitchFamily="18" charset="-122"/>
                <a:ea typeface="思源宋体 CN" panose="02020400000000000000" pitchFamily="18" charset="-122"/>
              </a:endParaRPr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8D631FC1-1A61-04B7-910E-CB86E170949D}"/>
                </a:ext>
              </a:extLst>
            </p:cNvPr>
            <p:cNvSpPr/>
            <p:nvPr/>
          </p:nvSpPr>
          <p:spPr>
            <a:xfrm>
              <a:off x="1120940" y="4856027"/>
              <a:ext cx="438449" cy="438449"/>
            </a:xfrm>
            <a:prstGeom prst="rect">
              <a:avLst/>
            </a:prstGeom>
            <a:solidFill>
              <a:srgbClr val="FFFFFF">
                <a:alpha val="50196"/>
              </a:srgbClr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b="1">
                  <a:solidFill>
                    <a:srgbClr val="FFFF00"/>
                  </a:solidFill>
                  <a:latin typeface="思源宋体 CN" panose="02020400000000000000" pitchFamily="18" charset="-122"/>
                  <a:ea typeface="思源宋体 CN" panose="02020400000000000000" pitchFamily="18" charset="-122"/>
                </a:rPr>
                <a:t>4</a:t>
              </a:r>
              <a:endParaRPr lang="zh-CN" altLang="en-US" sz="2400" b="1">
                <a:solidFill>
                  <a:srgbClr val="FFFF00"/>
                </a:solidFill>
                <a:latin typeface="思源宋体 CN" panose="02020400000000000000" pitchFamily="18" charset="-122"/>
                <a:ea typeface="思源宋体 CN" panose="02020400000000000000" pitchFamily="18" charset="-122"/>
              </a:endParaRP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EDBB11FC-3910-5CA1-9177-6275D742D9FE}"/>
                </a:ext>
              </a:extLst>
            </p:cNvPr>
            <p:cNvSpPr/>
            <p:nvPr/>
          </p:nvSpPr>
          <p:spPr>
            <a:xfrm>
              <a:off x="1598683" y="4856027"/>
              <a:ext cx="438449" cy="438449"/>
            </a:xfrm>
            <a:prstGeom prst="rect">
              <a:avLst/>
            </a:prstGeom>
            <a:solidFill>
              <a:srgbClr val="FFFFFF">
                <a:alpha val="50196"/>
              </a:srgbClr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b="1">
                  <a:solidFill>
                    <a:srgbClr val="FFFF00"/>
                  </a:solidFill>
                  <a:latin typeface="思源宋体 CN" panose="02020400000000000000" pitchFamily="18" charset="-122"/>
                  <a:ea typeface="思源宋体 CN" panose="02020400000000000000" pitchFamily="18" charset="-122"/>
                </a:rPr>
                <a:t>C</a:t>
              </a:r>
              <a:endParaRPr lang="zh-CN" altLang="en-US" sz="2400" b="1">
                <a:solidFill>
                  <a:srgbClr val="FFFF00"/>
                </a:solidFill>
                <a:latin typeface="思源宋体 CN" panose="02020400000000000000" pitchFamily="18" charset="-122"/>
                <a:ea typeface="思源宋体 CN" panose="02020400000000000000" pitchFamily="18" charset="-122"/>
              </a:endParaRPr>
            </a:p>
          </p:txBody>
        </p: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F5552B51-1AEE-30CA-1E89-C672AEDE2CF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2291" y="5319293"/>
              <a:ext cx="289542" cy="239906"/>
            </a:xfrm>
            <a:prstGeom prst="line">
              <a:avLst/>
            </a:prstGeom>
            <a:ln>
              <a:solidFill>
                <a:srgbClr val="FFFF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54C39E9B-47A9-A5E5-2ABE-917EBEAADE54}"/>
                </a:ext>
              </a:extLst>
            </p:cNvPr>
            <p:cNvCxnSpPr>
              <a:cxnSpLocks/>
            </p:cNvCxnSpPr>
            <p:nvPr/>
          </p:nvCxnSpPr>
          <p:spPr>
            <a:xfrm>
              <a:off x="426040" y="3449682"/>
              <a:ext cx="247145" cy="264724"/>
            </a:xfrm>
            <a:prstGeom prst="line">
              <a:avLst/>
            </a:prstGeom>
            <a:ln>
              <a:solidFill>
                <a:srgbClr val="FFFF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ECCA1D0D-4520-2416-5048-67971680E097}"/>
                </a:ext>
              </a:extLst>
            </p:cNvPr>
            <p:cNvSpPr/>
            <p:nvPr/>
          </p:nvSpPr>
          <p:spPr>
            <a:xfrm>
              <a:off x="704207" y="3747496"/>
              <a:ext cx="438449" cy="438449"/>
            </a:xfrm>
            <a:prstGeom prst="rect">
              <a:avLst/>
            </a:prstGeom>
            <a:solidFill>
              <a:srgbClr val="FFFFFF">
                <a:alpha val="50196"/>
              </a:srgbClr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b="1">
                  <a:solidFill>
                    <a:srgbClr val="FFFF00"/>
                  </a:solidFill>
                  <a:latin typeface="思源宋体 CN" panose="02020400000000000000" pitchFamily="18" charset="-122"/>
                  <a:ea typeface="思源宋体 CN" panose="02020400000000000000" pitchFamily="18" charset="-122"/>
                </a:rPr>
                <a:t>B</a:t>
              </a:r>
              <a:endParaRPr lang="zh-CN" altLang="en-US" sz="2400" b="1">
                <a:solidFill>
                  <a:srgbClr val="FFFF00"/>
                </a:solidFill>
                <a:latin typeface="思源宋体 CN" panose="02020400000000000000" pitchFamily="18" charset="-122"/>
                <a:ea typeface="思源宋体 CN" panose="02020400000000000000" pitchFamily="18" charset="-122"/>
              </a:endParaRPr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CCECC45C-C86B-D93F-CCA4-6C4E1F46B731}"/>
                </a:ext>
              </a:extLst>
            </p:cNvPr>
            <p:cNvSpPr/>
            <p:nvPr/>
          </p:nvSpPr>
          <p:spPr>
            <a:xfrm>
              <a:off x="1181951" y="3747496"/>
              <a:ext cx="438449" cy="438449"/>
            </a:xfrm>
            <a:prstGeom prst="rect">
              <a:avLst/>
            </a:prstGeom>
            <a:solidFill>
              <a:srgbClr val="FFFFFF">
                <a:alpha val="50196"/>
              </a:srgbClr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b="1">
                  <a:solidFill>
                    <a:srgbClr val="FFFF00"/>
                  </a:solidFill>
                  <a:latin typeface="思源宋体 CN" panose="02020400000000000000" pitchFamily="18" charset="-122"/>
                  <a:ea typeface="思源宋体 CN" panose="02020400000000000000" pitchFamily="18" charset="-122"/>
                </a:rPr>
                <a:t>A</a:t>
              </a:r>
              <a:endParaRPr lang="zh-CN" altLang="en-US" sz="2400" b="1">
                <a:solidFill>
                  <a:srgbClr val="FFFF00"/>
                </a:solidFill>
                <a:latin typeface="思源宋体 CN" panose="02020400000000000000" pitchFamily="18" charset="-122"/>
                <a:ea typeface="思源宋体 CN" panose="02020400000000000000" pitchFamily="18" charset="-122"/>
              </a:endParaRPr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D365628D-6C90-9088-C83B-B55BDFB825BF}"/>
                </a:ext>
              </a:extLst>
            </p:cNvPr>
            <p:cNvSpPr/>
            <p:nvPr/>
          </p:nvSpPr>
          <p:spPr>
            <a:xfrm>
              <a:off x="1659694" y="3747496"/>
              <a:ext cx="438449" cy="438449"/>
            </a:xfrm>
            <a:prstGeom prst="rect">
              <a:avLst/>
            </a:prstGeom>
            <a:solidFill>
              <a:srgbClr val="FFFFFF">
                <a:alpha val="50196"/>
              </a:srgbClr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b="1">
                  <a:solidFill>
                    <a:srgbClr val="FFFF00"/>
                  </a:solidFill>
                  <a:latin typeface="思源宋体 CN" panose="02020400000000000000" pitchFamily="18" charset="-122"/>
                  <a:ea typeface="思源宋体 CN" panose="02020400000000000000" pitchFamily="18" charset="-122"/>
                </a:rPr>
                <a:t>C</a:t>
              </a:r>
              <a:endParaRPr lang="zh-CN" altLang="en-US" sz="2400" b="1">
                <a:solidFill>
                  <a:srgbClr val="FFFF00"/>
                </a:solidFill>
                <a:latin typeface="思源宋体 CN" panose="02020400000000000000" pitchFamily="18" charset="-122"/>
                <a:ea typeface="思源宋体 CN" panose="02020400000000000000" pitchFamily="18" charset="-122"/>
              </a:endParaRPr>
            </a:p>
          </p:txBody>
        </p: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29ADA098-684F-11B1-BFDA-B773A0713B30}"/>
                </a:ext>
              </a:extLst>
            </p:cNvPr>
            <p:cNvCxnSpPr>
              <a:cxnSpLocks/>
            </p:cNvCxnSpPr>
            <p:nvPr/>
          </p:nvCxnSpPr>
          <p:spPr>
            <a:xfrm>
              <a:off x="2212925" y="810717"/>
              <a:ext cx="724889" cy="198543"/>
            </a:xfrm>
            <a:prstGeom prst="line">
              <a:avLst/>
            </a:prstGeom>
            <a:ln>
              <a:solidFill>
                <a:srgbClr val="FFFF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BB8A2A13-313E-B683-14A6-F92ACA6DF868}"/>
                </a:ext>
              </a:extLst>
            </p:cNvPr>
            <p:cNvSpPr/>
            <p:nvPr/>
          </p:nvSpPr>
          <p:spPr>
            <a:xfrm>
              <a:off x="2970904" y="1017532"/>
              <a:ext cx="438449" cy="438449"/>
            </a:xfrm>
            <a:prstGeom prst="rect">
              <a:avLst/>
            </a:prstGeom>
            <a:solidFill>
              <a:srgbClr val="FFFFFF">
                <a:alpha val="50196"/>
              </a:srgbClr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b="1">
                <a:solidFill>
                  <a:srgbClr val="FFFF00"/>
                </a:solidFill>
                <a:latin typeface="思源宋体 CN" panose="02020400000000000000" pitchFamily="18" charset="-122"/>
                <a:ea typeface="思源宋体 CN" panose="02020400000000000000" pitchFamily="18" charset="-122"/>
              </a:endParaRPr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D7B79E9A-15B1-AC58-A59D-44271EDE7CEC}"/>
                </a:ext>
              </a:extLst>
            </p:cNvPr>
            <p:cNvSpPr/>
            <p:nvPr/>
          </p:nvSpPr>
          <p:spPr>
            <a:xfrm>
              <a:off x="3448648" y="1017532"/>
              <a:ext cx="438449" cy="438449"/>
            </a:xfrm>
            <a:prstGeom prst="rect">
              <a:avLst/>
            </a:prstGeom>
            <a:solidFill>
              <a:srgbClr val="FFFFFF">
                <a:alpha val="50196"/>
              </a:srgbClr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b="1">
                  <a:solidFill>
                    <a:srgbClr val="FFFF00"/>
                  </a:solidFill>
                  <a:latin typeface="思源宋体 CN" panose="02020400000000000000" pitchFamily="18" charset="-122"/>
                  <a:ea typeface="思源宋体 CN" panose="02020400000000000000" pitchFamily="18" charset="-122"/>
                </a:rPr>
                <a:t>A</a:t>
              </a:r>
              <a:endParaRPr lang="zh-CN" altLang="en-US" sz="2400" b="1">
                <a:solidFill>
                  <a:srgbClr val="FFFF00"/>
                </a:solidFill>
                <a:latin typeface="思源宋体 CN" panose="02020400000000000000" pitchFamily="18" charset="-122"/>
                <a:ea typeface="思源宋体 CN" panose="02020400000000000000" pitchFamily="18" charset="-122"/>
              </a:endParaRPr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0ED3A990-E5D3-0B9C-4956-442B819131A1}"/>
                </a:ext>
              </a:extLst>
            </p:cNvPr>
            <p:cNvSpPr/>
            <p:nvPr/>
          </p:nvSpPr>
          <p:spPr>
            <a:xfrm>
              <a:off x="3926392" y="1017532"/>
              <a:ext cx="438449" cy="438449"/>
            </a:xfrm>
            <a:prstGeom prst="rect">
              <a:avLst/>
            </a:prstGeom>
            <a:solidFill>
              <a:srgbClr val="FFFFFF">
                <a:alpha val="50196"/>
              </a:srgbClr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b="1">
                <a:solidFill>
                  <a:srgbClr val="FFFF00"/>
                </a:solidFill>
                <a:latin typeface="思源宋体 CN" panose="02020400000000000000" pitchFamily="18" charset="-122"/>
                <a:ea typeface="思源宋体 CN" panose="02020400000000000000" pitchFamily="18" charset="-122"/>
              </a:endParaRPr>
            </a:p>
          </p:txBody>
        </p: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9AA33911-0516-1B51-1B54-E24942F8BB0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15134" y="2403195"/>
              <a:ext cx="258519" cy="372268"/>
            </a:xfrm>
            <a:prstGeom prst="line">
              <a:avLst/>
            </a:prstGeom>
            <a:ln>
              <a:solidFill>
                <a:srgbClr val="FFFF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A68CB907-962B-896C-CE91-4EF910DB553E}"/>
                </a:ext>
              </a:extLst>
            </p:cNvPr>
            <p:cNvSpPr/>
            <p:nvPr/>
          </p:nvSpPr>
          <p:spPr>
            <a:xfrm>
              <a:off x="3904676" y="1948201"/>
              <a:ext cx="438449" cy="438449"/>
            </a:xfrm>
            <a:prstGeom prst="rect">
              <a:avLst/>
            </a:prstGeom>
            <a:solidFill>
              <a:srgbClr val="FFFFFF">
                <a:alpha val="50196"/>
              </a:srgbClr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b="1">
                <a:solidFill>
                  <a:srgbClr val="FFFF00"/>
                </a:solidFill>
                <a:latin typeface="思源宋体 CN" panose="02020400000000000000" pitchFamily="18" charset="-122"/>
                <a:ea typeface="思源宋体 CN" panose="02020400000000000000" pitchFamily="18" charset="-122"/>
              </a:endParaRPr>
            </a:p>
          </p:txBody>
        </p: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19887500-C0AF-52EE-6FAD-A373283A2029}"/>
                </a:ext>
              </a:extLst>
            </p:cNvPr>
            <p:cNvSpPr/>
            <p:nvPr/>
          </p:nvSpPr>
          <p:spPr>
            <a:xfrm>
              <a:off x="4382419" y="1948201"/>
              <a:ext cx="438449" cy="438449"/>
            </a:xfrm>
            <a:prstGeom prst="rect">
              <a:avLst/>
            </a:prstGeom>
            <a:solidFill>
              <a:srgbClr val="FFFFFF">
                <a:alpha val="50196"/>
              </a:srgbClr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b="1">
                  <a:solidFill>
                    <a:srgbClr val="FFFF00"/>
                  </a:solidFill>
                  <a:latin typeface="思源宋体 CN" panose="02020400000000000000" pitchFamily="18" charset="-122"/>
                  <a:ea typeface="思源宋体 CN" panose="02020400000000000000" pitchFamily="18" charset="-122"/>
                </a:rPr>
                <a:t>B</a:t>
              </a:r>
              <a:endParaRPr lang="zh-CN" altLang="en-US" sz="2400" b="1">
                <a:solidFill>
                  <a:srgbClr val="FFFF00"/>
                </a:solidFill>
                <a:latin typeface="思源宋体 CN" panose="02020400000000000000" pitchFamily="18" charset="-122"/>
                <a:ea typeface="思源宋体 CN" panose="02020400000000000000" pitchFamily="18" charset="-122"/>
              </a:endParaRPr>
            </a:p>
          </p:txBody>
        </p: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1D61C3C5-89A6-8068-A1EB-CA24626F3C28}"/>
                </a:ext>
              </a:extLst>
            </p:cNvPr>
            <p:cNvSpPr/>
            <p:nvPr/>
          </p:nvSpPr>
          <p:spPr>
            <a:xfrm>
              <a:off x="4860163" y="1948201"/>
              <a:ext cx="438449" cy="438449"/>
            </a:xfrm>
            <a:prstGeom prst="rect">
              <a:avLst/>
            </a:prstGeom>
            <a:solidFill>
              <a:srgbClr val="FFFFFF">
                <a:alpha val="50196"/>
              </a:srgbClr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b="1">
                  <a:solidFill>
                    <a:srgbClr val="FFFF00"/>
                  </a:solidFill>
                  <a:latin typeface="思源宋体 CN" panose="02020400000000000000" pitchFamily="18" charset="-122"/>
                  <a:ea typeface="思源宋体 CN" panose="02020400000000000000" pitchFamily="18" charset="-122"/>
                </a:rPr>
                <a:t>C</a:t>
              </a:r>
              <a:endParaRPr lang="zh-CN" altLang="en-US" sz="2400" b="1">
                <a:solidFill>
                  <a:srgbClr val="FFFF00"/>
                </a:solidFill>
                <a:latin typeface="思源宋体 CN" panose="02020400000000000000" pitchFamily="18" charset="-122"/>
                <a:ea typeface="思源宋体 CN" panose="02020400000000000000" pitchFamily="18" charset="-122"/>
              </a:endParaRPr>
            </a:p>
          </p:txBody>
        </p: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1C1C27F1-4E36-7273-8915-5A47EAA8DC85}"/>
                </a:ext>
              </a:extLst>
            </p:cNvPr>
            <p:cNvCxnSpPr>
              <a:cxnSpLocks/>
            </p:cNvCxnSpPr>
            <p:nvPr/>
          </p:nvCxnSpPr>
          <p:spPr>
            <a:xfrm>
              <a:off x="1737251" y="2655510"/>
              <a:ext cx="106508" cy="368131"/>
            </a:xfrm>
            <a:prstGeom prst="line">
              <a:avLst/>
            </a:prstGeom>
            <a:ln>
              <a:solidFill>
                <a:srgbClr val="FFFF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598995BB-E758-6892-D074-E3B28529790A}"/>
                </a:ext>
              </a:extLst>
            </p:cNvPr>
            <p:cNvSpPr/>
            <p:nvPr/>
          </p:nvSpPr>
          <p:spPr>
            <a:xfrm>
              <a:off x="326769" y="2183971"/>
              <a:ext cx="438449" cy="438449"/>
            </a:xfrm>
            <a:prstGeom prst="rect">
              <a:avLst/>
            </a:prstGeom>
            <a:solidFill>
              <a:srgbClr val="FFFFFF">
                <a:alpha val="50196"/>
              </a:srgbClr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b="1">
                  <a:solidFill>
                    <a:srgbClr val="FFFF00"/>
                  </a:solidFill>
                  <a:latin typeface="思源宋体 CN" panose="02020400000000000000" pitchFamily="18" charset="-122"/>
                  <a:ea typeface="思源宋体 CN" panose="02020400000000000000" pitchFamily="18" charset="-122"/>
                </a:rPr>
                <a:t>1</a:t>
              </a:r>
              <a:endParaRPr lang="zh-CN" altLang="en-US" sz="2400" b="1">
                <a:solidFill>
                  <a:srgbClr val="FFFF00"/>
                </a:solidFill>
                <a:latin typeface="思源宋体 CN" panose="02020400000000000000" pitchFamily="18" charset="-122"/>
                <a:ea typeface="思源宋体 CN" panose="02020400000000000000" pitchFamily="18" charset="-122"/>
              </a:endParaRPr>
            </a:p>
          </p:txBody>
        </p:sp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7C53B531-6C42-730D-679E-A5A8361A38BB}"/>
                </a:ext>
              </a:extLst>
            </p:cNvPr>
            <p:cNvSpPr/>
            <p:nvPr/>
          </p:nvSpPr>
          <p:spPr>
            <a:xfrm>
              <a:off x="804513" y="2183971"/>
              <a:ext cx="438449" cy="438449"/>
            </a:xfrm>
            <a:prstGeom prst="rect">
              <a:avLst/>
            </a:prstGeom>
            <a:solidFill>
              <a:srgbClr val="FFFFFF">
                <a:alpha val="50196"/>
              </a:srgbClr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b="1">
                  <a:solidFill>
                    <a:srgbClr val="FFFF00"/>
                  </a:solidFill>
                  <a:latin typeface="思源宋体 CN" panose="02020400000000000000" pitchFamily="18" charset="-122"/>
                  <a:ea typeface="思源宋体 CN" panose="02020400000000000000" pitchFamily="18" charset="-122"/>
                </a:rPr>
                <a:t>A</a:t>
              </a:r>
              <a:endParaRPr lang="zh-CN" altLang="en-US" sz="2400" b="1">
                <a:solidFill>
                  <a:srgbClr val="FFFF00"/>
                </a:solidFill>
                <a:latin typeface="思源宋体 CN" panose="02020400000000000000" pitchFamily="18" charset="-122"/>
                <a:ea typeface="思源宋体 CN" panose="02020400000000000000" pitchFamily="18" charset="-122"/>
              </a:endParaRPr>
            </a:p>
          </p:txBody>
        </p: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23BA24F0-9EE6-AD93-C126-100EE96F3491}"/>
                </a:ext>
              </a:extLst>
            </p:cNvPr>
            <p:cNvSpPr/>
            <p:nvPr/>
          </p:nvSpPr>
          <p:spPr>
            <a:xfrm>
              <a:off x="1282257" y="2183971"/>
              <a:ext cx="438449" cy="438449"/>
            </a:xfrm>
            <a:prstGeom prst="rect">
              <a:avLst/>
            </a:prstGeom>
            <a:solidFill>
              <a:srgbClr val="FFFFFF">
                <a:alpha val="50196"/>
              </a:srgbClr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 b="1">
                <a:solidFill>
                  <a:srgbClr val="FFFF00"/>
                </a:solidFill>
                <a:latin typeface="思源宋体 CN" panose="02020400000000000000" pitchFamily="18" charset="-122"/>
                <a:ea typeface="思源宋体 CN" panose="02020400000000000000" pitchFamily="18" charset="-122"/>
              </a:endParaRPr>
            </a:p>
          </p:txBody>
        </p:sp>
        <p:sp>
          <p:nvSpPr>
            <p:cNvPr id="53" name="矩形 52">
              <a:extLst>
                <a:ext uri="{FF2B5EF4-FFF2-40B4-BE49-F238E27FC236}">
                  <a16:creationId xmlns:a16="http://schemas.microsoft.com/office/drawing/2014/main" id="{7C0F09A3-C9CA-42AC-312D-C1F473545EF0}"/>
                </a:ext>
              </a:extLst>
            </p:cNvPr>
            <p:cNvSpPr/>
            <p:nvPr/>
          </p:nvSpPr>
          <p:spPr>
            <a:xfrm>
              <a:off x="5579881" y="0"/>
              <a:ext cx="4222880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58" name="组合 57">
              <a:extLst>
                <a:ext uri="{FF2B5EF4-FFF2-40B4-BE49-F238E27FC236}">
                  <a16:creationId xmlns:a16="http://schemas.microsoft.com/office/drawing/2014/main" id="{8DEE5D9A-9500-3ED9-DEBE-FC6BAD04DE02}"/>
                </a:ext>
              </a:extLst>
            </p:cNvPr>
            <p:cNvGrpSpPr/>
            <p:nvPr/>
          </p:nvGrpSpPr>
          <p:grpSpPr>
            <a:xfrm>
              <a:off x="6454674" y="3433970"/>
              <a:ext cx="2349561" cy="438449"/>
              <a:chOff x="6150105" y="2844049"/>
              <a:chExt cx="2349561" cy="438449"/>
            </a:xfrm>
          </p:grpSpPr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E54AE142-3EA4-3D64-5F91-561844BA5C68}"/>
                  </a:ext>
                </a:extLst>
              </p:cNvPr>
              <p:cNvSpPr/>
              <p:nvPr/>
            </p:nvSpPr>
            <p:spPr>
              <a:xfrm>
                <a:off x="6150105" y="2844049"/>
                <a:ext cx="438449" cy="438449"/>
              </a:xfrm>
              <a:prstGeom prst="rect">
                <a:avLst/>
              </a:prstGeom>
              <a:solidFill>
                <a:srgbClr val="FFFFFF">
                  <a:alpha val="50196"/>
                </a:srgb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 b="1">
                  <a:solidFill>
                    <a:schemeClr val="tx1"/>
                  </a:solidFill>
                  <a:latin typeface="思源宋体 CN" panose="02020400000000000000" pitchFamily="18" charset="-122"/>
                  <a:ea typeface="思源宋体 CN" panose="02020400000000000000" pitchFamily="18" charset="-122"/>
                </a:endParaRPr>
              </a:p>
            </p:txBody>
          </p:sp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FF9AFD1E-32E4-73B4-2E98-F369F6378513}"/>
                  </a:ext>
                </a:extLst>
              </p:cNvPr>
              <p:cNvSpPr/>
              <p:nvPr/>
            </p:nvSpPr>
            <p:spPr>
              <a:xfrm rot="10800000">
                <a:off x="6627883" y="2844049"/>
                <a:ext cx="438449" cy="438449"/>
              </a:xfrm>
              <a:prstGeom prst="rect">
                <a:avLst/>
              </a:prstGeom>
              <a:solidFill>
                <a:srgbClr val="FFFFFF">
                  <a:alpha val="50196"/>
                </a:srgb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altLang="zh-CN" sz="2400" b="1">
                    <a:solidFill>
                      <a:schemeClr val="tx1"/>
                    </a:solidFill>
                    <a:latin typeface="思源宋体 CN" panose="02020400000000000000" pitchFamily="18" charset="-122"/>
                    <a:ea typeface="思源宋体 CN" panose="02020400000000000000" pitchFamily="18" charset="-122"/>
                  </a:rPr>
                  <a:t>3</a:t>
                </a:r>
                <a:endParaRPr lang="zh-CN" altLang="en-US" sz="2400" b="1">
                  <a:solidFill>
                    <a:schemeClr val="tx1"/>
                  </a:solidFill>
                  <a:latin typeface="思源宋体 CN" panose="02020400000000000000" pitchFamily="18" charset="-122"/>
                  <a:ea typeface="思源宋体 CN" panose="02020400000000000000" pitchFamily="18" charset="-122"/>
                </a:endParaRPr>
              </a:p>
            </p:txBody>
          </p:sp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8BD4181C-8B49-AFBE-78E7-817EE859E086}"/>
                  </a:ext>
                </a:extLst>
              </p:cNvPr>
              <p:cNvSpPr/>
              <p:nvPr/>
            </p:nvSpPr>
            <p:spPr>
              <a:xfrm>
                <a:off x="7105661" y="2844049"/>
                <a:ext cx="438449" cy="438449"/>
              </a:xfrm>
              <a:prstGeom prst="rect">
                <a:avLst/>
              </a:prstGeom>
              <a:solidFill>
                <a:srgbClr val="FFFFFF">
                  <a:alpha val="50196"/>
                </a:srgb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 b="1">
                  <a:solidFill>
                    <a:schemeClr val="tx1"/>
                  </a:solidFill>
                  <a:latin typeface="思源宋体 CN" panose="02020400000000000000" pitchFamily="18" charset="-122"/>
                  <a:ea typeface="思源宋体 CN" panose="02020400000000000000" pitchFamily="18" charset="-122"/>
                </a:endParaRPr>
              </a:p>
            </p:txBody>
          </p:sp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33C6C06F-41C2-6C88-61C0-55D7BBB609B2}"/>
                  </a:ext>
                </a:extLst>
              </p:cNvPr>
              <p:cNvSpPr/>
              <p:nvPr/>
            </p:nvSpPr>
            <p:spPr>
              <a:xfrm>
                <a:off x="7583439" y="2844049"/>
                <a:ext cx="438449" cy="438449"/>
              </a:xfrm>
              <a:prstGeom prst="rect">
                <a:avLst/>
              </a:prstGeom>
              <a:solidFill>
                <a:srgbClr val="FFFFFF">
                  <a:alpha val="50196"/>
                </a:srgb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400" b="1">
                    <a:solidFill>
                      <a:schemeClr val="tx1"/>
                    </a:solidFill>
                    <a:latin typeface="思源宋体 CN" panose="02020400000000000000" pitchFamily="18" charset="-122"/>
                    <a:ea typeface="思源宋体 CN" panose="02020400000000000000" pitchFamily="18" charset="-122"/>
                  </a:rPr>
                  <a:t>5</a:t>
                </a:r>
                <a:endParaRPr lang="zh-CN" altLang="en-US" sz="2400" b="1">
                  <a:solidFill>
                    <a:schemeClr val="tx1"/>
                  </a:solidFill>
                  <a:latin typeface="思源宋体 CN" panose="02020400000000000000" pitchFamily="18" charset="-122"/>
                  <a:ea typeface="思源宋体 CN" panose="02020400000000000000" pitchFamily="18" charset="-122"/>
                </a:endParaRPr>
              </a:p>
            </p:txBody>
          </p:sp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97F1E2D2-DC93-42F0-EA8F-4D0EA3652987}"/>
                  </a:ext>
                </a:extLst>
              </p:cNvPr>
              <p:cNvSpPr/>
              <p:nvPr/>
            </p:nvSpPr>
            <p:spPr>
              <a:xfrm>
                <a:off x="8061217" y="2844049"/>
                <a:ext cx="438449" cy="438449"/>
              </a:xfrm>
              <a:prstGeom prst="rect">
                <a:avLst/>
              </a:prstGeom>
              <a:solidFill>
                <a:srgbClr val="FFFFFF">
                  <a:alpha val="50196"/>
                </a:srgb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 b="1">
                  <a:solidFill>
                    <a:schemeClr val="tx1"/>
                  </a:solidFill>
                  <a:latin typeface="思源宋体 CN" panose="02020400000000000000" pitchFamily="18" charset="-122"/>
                  <a:ea typeface="思源宋体 CN" panose="02020400000000000000" pitchFamily="18" charset="-122"/>
                </a:endParaRPr>
              </a:p>
            </p:txBody>
          </p:sp>
        </p:grpSp>
        <p:grpSp>
          <p:nvGrpSpPr>
            <p:cNvPr id="59" name="组合 58">
              <a:extLst>
                <a:ext uri="{FF2B5EF4-FFF2-40B4-BE49-F238E27FC236}">
                  <a16:creationId xmlns:a16="http://schemas.microsoft.com/office/drawing/2014/main" id="{E43E6922-AAB7-A51A-4F60-DAE0E5E4E21D}"/>
                </a:ext>
              </a:extLst>
            </p:cNvPr>
            <p:cNvGrpSpPr/>
            <p:nvPr/>
          </p:nvGrpSpPr>
          <p:grpSpPr>
            <a:xfrm>
              <a:off x="6454674" y="4207460"/>
              <a:ext cx="2349561" cy="438449"/>
              <a:chOff x="6150105" y="3617539"/>
              <a:chExt cx="2349561" cy="438449"/>
            </a:xfrm>
          </p:grpSpPr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B87A3EC9-A953-3F86-735C-26ECD02BD494}"/>
                  </a:ext>
                </a:extLst>
              </p:cNvPr>
              <p:cNvSpPr/>
              <p:nvPr/>
            </p:nvSpPr>
            <p:spPr>
              <a:xfrm>
                <a:off x="6150105" y="3617539"/>
                <a:ext cx="438449" cy="438449"/>
              </a:xfrm>
              <a:prstGeom prst="rect">
                <a:avLst/>
              </a:prstGeom>
              <a:solidFill>
                <a:srgbClr val="FFFFFF">
                  <a:alpha val="50196"/>
                </a:srgb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zh-CN" altLang="en-US" sz="2000" b="1">
                    <a:solidFill>
                      <a:schemeClr val="tx1"/>
                    </a:solidFill>
                    <a:latin typeface="思源宋体 CN" panose="02020400000000000000" pitchFamily="18" charset="-122"/>
                    <a:ea typeface="思源宋体 CN" panose="02020400000000000000" pitchFamily="18" charset="-122"/>
                  </a:rPr>
                  <a:t>≈</a:t>
                </a:r>
                <a:r>
                  <a:rPr lang="en-US" altLang="zh-CN" sz="2000" b="1">
                    <a:solidFill>
                      <a:schemeClr val="tx1"/>
                    </a:solidFill>
                    <a:latin typeface="思源宋体 CN" panose="02020400000000000000" pitchFamily="18" charset="-122"/>
                    <a:ea typeface="思源宋体 CN" panose="02020400000000000000" pitchFamily="18" charset="-122"/>
                  </a:rPr>
                  <a:t>4</a:t>
                </a:r>
                <a:endParaRPr lang="zh-CN" altLang="en-US" sz="2000" b="1">
                  <a:solidFill>
                    <a:schemeClr val="tx1"/>
                  </a:solidFill>
                  <a:latin typeface="思源宋体 CN" panose="02020400000000000000" pitchFamily="18" charset="-122"/>
                  <a:ea typeface="思源宋体 CN" panose="02020400000000000000" pitchFamily="18" charset="-122"/>
                </a:endParaRPr>
              </a:p>
            </p:txBody>
          </p:sp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5FA92910-AFBC-E1EE-9410-4A212292097F}"/>
                  </a:ext>
                </a:extLst>
              </p:cNvPr>
              <p:cNvSpPr/>
              <p:nvPr/>
            </p:nvSpPr>
            <p:spPr>
              <a:xfrm rot="5400000">
                <a:off x="6627883" y="3617539"/>
                <a:ext cx="438449" cy="438449"/>
              </a:xfrm>
              <a:prstGeom prst="rect">
                <a:avLst/>
              </a:prstGeom>
              <a:solidFill>
                <a:srgbClr val="FFFFFF">
                  <a:alpha val="50196"/>
                </a:srgb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400" b="1">
                    <a:solidFill>
                      <a:schemeClr val="tx1"/>
                    </a:solidFill>
                    <a:latin typeface="思源宋体 CN" panose="02020400000000000000" pitchFamily="18" charset="-122"/>
                    <a:ea typeface="思源宋体 CN" panose="02020400000000000000" pitchFamily="18" charset="-122"/>
                  </a:rPr>
                  <a:t>3</a:t>
                </a:r>
                <a:endParaRPr lang="zh-CN" altLang="en-US" sz="2400" b="1">
                  <a:solidFill>
                    <a:schemeClr val="tx1"/>
                  </a:solidFill>
                  <a:latin typeface="思源宋体 CN" panose="02020400000000000000" pitchFamily="18" charset="-122"/>
                  <a:ea typeface="思源宋体 CN" panose="02020400000000000000" pitchFamily="18" charset="-122"/>
                </a:endParaRPr>
              </a:p>
            </p:txBody>
          </p:sp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8E4802C1-C2F0-ED54-1171-7062540E957D}"/>
                  </a:ext>
                </a:extLst>
              </p:cNvPr>
              <p:cNvSpPr/>
              <p:nvPr/>
            </p:nvSpPr>
            <p:spPr>
              <a:xfrm>
                <a:off x="7105661" y="3617539"/>
                <a:ext cx="438449" cy="438449"/>
              </a:xfrm>
              <a:prstGeom prst="rect">
                <a:avLst/>
              </a:prstGeom>
              <a:solidFill>
                <a:srgbClr val="FFFFFF">
                  <a:alpha val="50196"/>
                </a:srgb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 b="1">
                  <a:solidFill>
                    <a:schemeClr val="tx1"/>
                  </a:solidFill>
                  <a:latin typeface="思源宋体 CN" panose="02020400000000000000" pitchFamily="18" charset="-122"/>
                  <a:ea typeface="思源宋体 CN" panose="02020400000000000000" pitchFamily="18" charset="-122"/>
                </a:endParaRPr>
              </a:p>
            </p:txBody>
          </p:sp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B19CB1B4-5243-A5D0-ECE1-5EE7746A8295}"/>
                  </a:ext>
                </a:extLst>
              </p:cNvPr>
              <p:cNvSpPr/>
              <p:nvPr/>
            </p:nvSpPr>
            <p:spPr>
              <a:xfrm>
                <a:off x="7583439" y="3617539"/>
                <a:ext cx="438449" cy="438449"/>
              </a:xfrm>
              <a:prstGeom prst="rect">
                <a:avLst/>
              </a:prstGeom>
              <a:solidFill>
                <a:srgbClr val="FFFFFF">
                  <a:alpha val="50196"/>
                </a:srgb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 b="1">
                  <a:solidFill>
                    <a:schemeClr val="tx1"/>
                  </a:solidFill>
                  <a:latin typeface="思源宋体 CN" panose="02020400000000000000" pitchFamily="18" charset="-122"/>
                  <a:ea typeface="思源宋体 CN" panose="02020400000000000000" pitchFamily="18" charset="-122"/>
                </a:endParaRPr>
              </a:p>
            </p:txBody>
          </p:sp>
          <p:sp>
            <p:nvSpPr>
              <p:cNvPr id="28" name="矩形 27">
                <a:extLst>
                  <a:ext uri="{FF2B5EF4-FFF2-40B4-BE49-F238E27FC236}">
                    <a16:creationId xmlns:a16="http://schemas.microsoft.com/office/drawing/2014/main" id="{631A3AA2-60BA-BAC9-30A5-5AF5BDF636DE}"/>
                  </a:ext>
                </a:extLst>
              </p:cNvPr>
              <p:cNvSpPr/>
              <p:nvPr/>
            </p:nvSpPr>
            <p:spPr>
              <a:xfrm>
                <a:off x="8061217" y="3617539"/>
                <a:ext cx="438449" cy="438449"/>
              </a:xfrm>
              <a:prstGeom prst="rect">
                <a:avLst/>
              </a:prstGeom>
              <a:solidFill>
                <a:srgbClr val="FFFFFF">
                  <a:alpha val="50196"/>
                </a:srgb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 b="1">
                  <a:solidFill>
                    <a:schemeClr val="tx1"/>
                  </a:solidFill>
                  <a:latin typeface="思源宋体 CN" panose="02020400000000000000" pitchFamily="18" charset="-122"/>
                  <a:ea typeface="思源宋体 CN" panose="02020400000000000000" pitchFamily="18" charset="-122"/>
                </a:endParaRPr>
              </a:p>
            </p:txBody>
          </p:sp>
        </p:grp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FC7F7D29-FA5A-F102-5496-29A513613035}"/>
                </a:ext>
              </a:extLst>
            </p:cNvPr>
            <p:cNvGrpSpPr/>
            <p:nvPr/>
          </p:nvGrpSpPr>
          <p:grpSpPr>
            <a:xfrm>
              <a:off x="6454674" y="1886990"/>
              <a:ext cx="2349561" cy="438449"/>
              <a:chOff x="6149658" y="1297069"/>
              <a:chExt cx="2349561" cy="438449"/>
            </a:xfrm>
          </p:grpSpPr>
          <p:sp>
            <p:nvSpPr>
              <p:cNvPr id="33" name="矩形 32">
                <a:extLst>
                  <a:ext uri="{FF2B5EF4-FFF2-40B4-BE49-F238E27FC236}">
                    <a16:creationId xmlns:a16="http://schemas.microsoft.com/office/drawing/2014/main" id="{AF421E1C-BEE0-1A87-176B-01A672EDAED3}"/>
                  </a:ext>
                </a:extLst>
              </p:cNvPr>
              <p:cNvSpPr/>
              <p:nvPr/>
            </p:nvSpPr>
            <p:spPr>
              <a:xfrm>
                <a:off x="6149658" y="1297069"/>
                <a:ext cx="438449" cy="438449"/>
              </a:xfrm>
              <a:prstGeom prst="rect">
                <a:avLst/>
              </a:prstGeom>
              <a:solidFill>
                <a:srgbClr val="FFFFFF">
                  <a:alpha val="50196"/>
                </a:srgb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 b="1">
                  <a:solidFill>
                    <a:schemeClr val="tx1"/>
                  </a:solidFill>
                  <a:latin typeface="思源宋体 CN" panose="02020400000000000000" pitchFamily="18" charset="-122"/>
                  <a:ea typeface="思源宋体 CN" panose="02020400000000000000" pitchFamily="18" charset="-122"/>
                </a:endParaRPr>
              </a:p>
            </p:txBody>
          </p:sp>
          <p:sp>
            <p:nvSpPr>
              <p:cNvPr id="38" name="矩形 37">
                <a:extLst>
                  <a:ext uri="{FF2B5EF4-FFF2-40B4-BE49-F238E27FC236}">
                    <a16:creationId xmlns:a16="http://schemas.microsoft.com/office/drawing/2014/main" id="{F1B3A017-3D5C-51A7-3152-1F1C29716DE5}"/>
                  </a:ext>
                </a:extLst>
              </p:cNvPr>
              <p:cNvSpPr/>
              <p:nvPr/>
            </p:nvSpPr>
            <p:spPr>
              <a:xfrm>
                <a:off x="6627436" y="1297069"/>
                <a:ext cx="438449" cy="438449"/>
              </a:xfrm>
              <a:prstGeom prst="rect">
                <a:avLst/>
              </a:prstGeom>
              <a:solidFill>
                <a:srgbClr val="FFFFFF">
                  <a:alpha val="50196"/>
                </a:srgb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 b="1">
                  <a:solidFill>
                    <a:schemeClr val="tx1"/>
                  </a:solidFill>
                  <a:latin typeface="思源宋体 CN" panose="02020400000000000000" pitchFamily="18" charset="-122"/>
                  <a:ea typeface="思源宋体 CN" panose="02020400000000000000" pitchFamily="18" charset="-122"/>
                </a:endParaRPr>
              </a:p>
            </p:txBody>
          </p:sp>
          <p:sp>
            <p:nvSpPr>
              <p:cNvPr id="43" name="矩形 42">
                <a:extLst>
                  <a:ext uri="{FF2B5EF4-FFF2-40B4-BE49-F238E27FC236}">
                    <a16:creationId xmlns:a16="http://schemas.microsoft.com/office/drawing/2014/main" id="{A4B0FE5D-6D81-425C-FF35-030855D1E7D9}"/>
                  </a:ext>
                </a:extLst>
              </p:cNvPr>
              <p:cNvSpPr/>
              <p:nvPr/>
            </p:nvSpPr>
            <p:spPr>
              <a:xfrm>
                <a:off x="7105214" y="1297069"/>
                <a:ext cx="438449" cy="438449"/>
              </a:xfrm>
              <a:prstGeom prst="rect">
                <a:avLst/>
              </a:prstGeom>
              <a:solidFill>
                <a:srgbClr val="FFFFFF">
                  <a:alpha val="50196"/>
                </a:srgb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 b="1">
                  <a:solidFill>
                    <a:schemeClr val="tx1"/>
                  </a:solidFill>
                  <a:latin typeface="思源宋体 CN" panose="02020400000000000000" pitchFamily="18" charset="-122"/>
                  <a:ea typeface="思源宋体 CN" panose="02020400000000000000" pitchFamily="18" charset="-122"/>
                </a:endParaRPr>
              </a:p>
            </p:txBody>
          </p:sp>
          <p:sp>
            <p:nvSpPr>
              <p:cNvPr id="44" name="矩形 43">
                <a:extLst>
                  <a:ext uri="{FF2B5EF4-FFF2-40B4-BE49-F238E27FC236}">
                    <a16:creationId xmlns:a16="http://schemas.microsoft.com/office/drawing/2014/main" id="{BD4937F3-DDDB-5AFF-089F-0D870F466481}"/>
                  </a:ext>
                </a:extLst>
              </p:cNvPr>
              <p:cNvSpPr/>
              <p:nvPr/>
            </p:nvSpPr>
            <p:spPr>
              <a:xfrm>
                <a:off x="7582992" y="1297069"/>
                <a:ext cx="438449" cy="438449"/>
              </a:xfrm>
              <a:prstGeom prst="rect">
                <a:avLst/>
              </a:prstGeom>
              <a:solidFill>
                <a:srgbClr val="FFFFFF">
                  <a:alpha val="50196"/>
                </a:srgb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 b="1">
                  <a:solidFill>
                    <a:schemeClr val="tx1"/>
                  </a:solidFill>
                  <a:latin typeface="思源宋体 CN" panose="02020400000000000000" pitchFamily="18" charset="-122"/>
                  <a:ea typeface="思源宋体 CN" panose="02020400000000000000" pitchFamily="18" charset="-122"/>
                </a:endParaRPr>
              </a:p>
            </p:txBody>
          </p:sp>
          <p:sp>
            <p:nvSpPr>
              <p:cNvPr id="45" name="矩形 44">
                <a:extLst>
                  <a:ext uri="{FF2B5EF4-FFF2-40B4-BE49-F238E27FC236}">
                    <a16:creationId xmlns:a16="http://schemas.microsoft.com/office/drawing/2014/main" id="{B2A69D94-C4A8-258F-BD54-C65F7A225450}"/>
                  </a:ext>
                </a:extLst>
              </p:cNvPr>
              <p:cNvSpPr/>
              <p:nvPr/>
            </p:nvSpPr>
            <p:spPr>
              <a:xfrm>
                <a:off x="8060770" y="1297069"/>
                <a:ext cx="438449" cy="438449"/>
              </a:xfrm>
              <a:prstGeom prst="rect">
                <a:avLst/>
              </a:prstGeom>
              <a:solidFill>
                <a:srgbClr val="FFFFFF">
                  <a:alpha val="50196"/>
                </a:srgb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 b="1">
                  <a:solidFill>
                    <a:schemeClr val="tx1"/>
                  </a:solidFill>
                  <a:latin typeface="思源宋体 CN" panose="02020400000000000000" pitchFamily="18" charset="-122"/>
                  <a:ea typeface="思源宋体 CN" panose="02020400000000000000" pitchFamily="18" charset="-122"/>
                </a:endParaRPr>
              </a:p>
            </p:txBody>
          </p:sp>
        </p:grpSp>
        <p:grpSp>
          <p:nvGrpSpPr>
            <p:cNvPr id="57" name="组合 56">
              <a:extLst>
                <a:ext uri="{FF2B5EF4-FFF2-40B4-BE49-F238E27FC236}">
                  <a16:creationId xmlns:a16="http://schemas.microsoft.com/office/drawing/2014/main" id="{3C8196B7-8C33-C223-3DF8-7A945D1C8DDD}"/>
                </a:ext>
              </a:extLst>
            </p:cNvPr>
            <p:cNvGrpSpPr/>
            <p:nvPr/>
          </p:nvGrpSpPr>
          <p:grpSpPr>
            <a:xfrm>
              <a:off x="6454674" y="2660480"/>
              <a:ext cx="2349561" cy="438449"/>
              <a:chOff x="6149658" y="2070559"/>
              <a:chExt cx="2349561" cy="438449"/>
            </a:xfrm>
          </p:grpSpPr>
          <p:sp>
            <p:nvSpPr>
              <p:cNvPr id="47" name="矩形 46">
                <a:extLst>
                  <a:ext uri="{FF2B5EF4-FFF2-40B4-BE49-F238E27FC236}">
                    <a16:creationId xmlns:a16="http://schemas.microsoft.com/office/drawing/2014/main" id="{238C2D3C-BA0A-42AC-459A-8A5AB904F9B3}"/>
                  </a:ext>
                </a:extLst>
              </p:cNvPr>
              <p:cNvSpPr/>
              <p:nvPr/>
            </p:nvSpPr>
            <p:spPr>
              <a:xfrm>
                <a:off x="6149658" y="2070559"/>
                <a:ext cx="438449" cy="438449"/>
              </a:xfrm>
              <a:prstGeom prst="rect">
                <a:avLst/>
              </a:prstGeom>
              <a:solidFill>
                <a:srgbClr val="FFFFFF">
                  <a:alpha val="50196"/>
                </a:srgb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 b="1">
                  <a:solidFill>
                    <a:schemeClr val="tx1"/>
                  </a:solidFill>
                  <a:latin typeface="思源宋体 CN" panose="02020400000000000000" pitchFamily="18" charset="-122"/>
                  <a:ea typeface="思源宋体 CN" panose="02020400000000000000" pitchFamily="18" charset="-122"/>
                </a:endParaRPr>
              </a:p>
            </p:txBody>
          </p:sp>
          <p:sp>
            <p:nvSpPr>
              <p:cNvPr id="48" name="矩形 47">
                <a:extLst>
                  <a:ext uri="{FF2B5EF4-FFF2-40B4-BE49-F238E27FC236}">
                    <a16:creationId xmlns:a16="http://schemas.microsoft.com/office/drawing/2014/main" id="{6B879246-86AA-C0D2-B4F1-C56B549FCC0E}"/>
                  </a:ext>
                </a:extLst>
              </p:cNvPr>
              <p:cNvSpPr/>
              <p:nvPr/>
            </p:nvSpPr>
            <p:spPr>
              <a:xfrm>
                <a:off x="6627436" y="2070559"/>
                <a:ext cx="438449" cy="438449"/>
              </a:xfrm>
              <a:prstGeom prst="rect">
                <a:avLst/>
              </a:prstGeom>
              <a:solidFill>
                <a:srgbClr val="FFFFFF">
                  <a:alpha val="50196"/>
                </a:srgb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 b="1">
                  <a:solidFill>
                    <a:schemeClr val="tx1"/>
                  </a:solidFill>
                  <a:latin typeface="思源宋体 CN" panose="02020400000000000000" pitchFamily="18" charset="-122"/>
                  <a:ea typeface="思源宋体 CN" panose="02020400000000000000" pitchFamily="18" charset="-122"/>
                </a:endParaRPr>
              </a:p>
            </p:txBody>
          </p:sp>
          <p:sp>
            <p:nvSpPr>
              <p:cNvPr id="49" name="矩形 48">
                <a:extLst>
                  <a:ext uri="{FF2B5EF4-FFF2-40B4-BE49-F238E27FC236}">
                    <a16:creationId xmlns:a16="http://schemas.microsoft.com/office/drawing/2014/main" id="{37D56C09-FCE1-587A-83C3-DA0B0C636502}"/>
                  </a:ext>
                </a:extLst>
              </p:cNvPr>
              <p:cNvSpPr/>
              <p:nvPr/>
            </p:nvSpPr>
            <p:spPr>
              <a:xfrm>
                <a:off x="7105214" y="2070559"/>
                <a:ext cx="438449" cy="438449"/>
              </a:xfrm>
              <a:prstGeom prst="rect">
                <a:avLst/>
              </a:prstGeom>
              <a:solidFill>
                <a:srgbClr val="FFFFFF">
                  <a:alpha val="50196"/>
                </a:srgb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 b="1">
                  <a:solidFill>
                    <a:schemeClr val="tx1"/>
                  </a:solidFill>
                  <a:latin typeface="思源宋体 CN" panose="02020400000000000000" pitchFamily="18" charset="-122"/>
                  <a:ea typeface="思源宋体 CN" panose="02020400000000000000" pitchFamily="18" charset="-122"/>
                </a:endParaRPr>
              </a:p>
            </p:txBody>
          </p:sp>
          <p:sp>
            <p:nvSpPr>
              <p:cNvPr id="50" name="矩形 49">
                <a:extLst>
                  <a:ext uri="{FF2B5EF4-FFF2-40B4-BE49-F238E27FC236}">
                    <a16:creationId xmlns:a16="http://schemas.microsoft.com/office/drawing/2014/main" id="{2FFB2BA5-8B99-73BD-7A32-31C5D2E19745}"/>
                  </a:ext>
                </a:extLst>
              </p:cNvPr>
              <p:cNvSpPr/>
              <p:nvPr/>
            </p:nvSpPr>
            <p:spPr>
              <a:xfrm>
                <a:off x="7582992" y="2070559"/>
                <a:ext cx="438449" cy="438449"/>
              </a:xfrm>
              <a:prstGeom prst="rect">
                <a:avLst/>
              </a:prstGeom>
              <a:solidFill>
                <a:srgbClr val="FFFFFF">
                  <a:alpha val="50196"/>
                </a:srgb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400" b="1">
                    <a:solidFill>
                      <a:schemeClr val="tx1"/>
                    </a:solidFill>
                    <a:latin typeface="思源宋体 CN" panose="02020400000000000000" pitchFamily="18" charset="-122"/>
                    <a:ea typeface="思源宋体 CN" panose="02020400000000000000" pitchFamily="18" charset="-122"/>
                  </a:rPr>
                  <a:t>1</a:t>
                </a:r>
                <a:endParaRPr lang="zh-CN" altLang="en-US" sz="2400" b="1">
                  <a:solidFill>
                    <a:schemeClr val="tx1"/>
                  </a:solidFill>
                  <a:latin typeface="思源宋体 CN" panose="02020400000000000000" pitchFamily="18" charset="-122"/>
                  <a:ea typeface="思源宋体 CN" panose="02020400000000000000" pitchFamily="18" charset="-122"/>
                </a:endParaRPr>
              </a:p>
            </p:txBody>
          </p:sp>
          <p:sp>
            <p:nvSpPr>
              <p:cNvPr id="51" name="矩形 50">
                <a:extLst>
                  <a:ext uri="{FF2B5EF4-FFF2-40B4-BE49-F238E27FC236}">
                    <a16:creationId xmlns:a16="http://schemas.microsoft.com/office/drawing/2014/main" id="{5445127D-2A53-3735-FA50-B88CEAB5F5BB}"/>
                  </a:ext>
                </a:extLst>
              </p:cNvPr>
              <p:cNvSpPr/>
              <p:nvPr/>
            </p:nvSpPr>
            <p:spPr>
              <a:xfrm>
                <a:off x="8060770" y="2070559"/>
                <a:ext cx="438449" cy="438449"/>
              </a:xfrm>
              <a:prstGeom prst="rect">
                <a:avLst/>
              </a:prstGeom>
              <a:solidFill>
                <a:srgbClr val="FFFFFF">
                  <a:alpha val="50196"/>
                </a:srgb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400" b="1">
                    <a:solidFill>
                      <a:schemeClr val="tx1"/>
                    </a:solidFill>
                    <a:latin typeface="思源宋体 CN" panose="02020400000000000000" pitchFamily="18" charset="-122"/>
                    <a:ea typeface="思源宋体 CN" panose="02020400000000000000" pitchFamily="18" charset="-122"/>
                  </a:rPr>
                  <a:t>2</a:t>
                </a:r>
                <a:endParaRPr lang="zh-CN" altLang="en-US" sz="2400" b="1">
                  <a:solidFill>
                    <a:schemeClr val="tx1"/>
                  </a:solidFill>
                  <a:latin typeface="思源宋体 CN" panose="02020400000000000000" pitchFamily="18" charset="-122"/>
                  <a:ea typeface="思源宋体 CN" panose="02020400000000000000" pitchFamily="18" charset="-122"/>
                </a:endParaRPr>
              </a:p>
            </p:txBody>
          </p:sp>
        </p:grpSp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id="{6C0C8918-92A9-7479-F542-99111B22BF64}"/>
                </a:ext>
              </a:extLst>
            </p:cNvPr>
            <p:cNvSpPr txBox="1"/>
            <p:nvPr/>
          </p:nvSpPr>
          <p:spPr>
            <a:xfrm>
              <a:off x="6021171" y="5269288"/>
              <a:ext cx="319943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>
                  <a:latin typeface="思源宋体 CN" panose="02020400000000000000" pitchFamily="18" charset="-122"/>
                  <a:ea typeface="思源宋体 CN" panose="02020400000000000000" pitchFamily="18" charset="-122"/>
                </a:rPr>
                <a:t>出自</a:t>
              </a:r>
              <a:r>
                <a:rPr lang="en-US" altLang="zh-CN" sz="2800" b="1">
                  <a:latin typeface="思源宋体 CN" panose="02020400000000000000" pitchFamily="18" charset="-122"/>
                  <a:ea typeface="思源宋体 CN" panose="02020400000000000000" pitchFamily="18" charset="-122"/>
                </a:rPr>
                <a:t>《</a:t>
              </a:r>
              <a:r>
                <a:rPr lang="zh-CN" altLang="en-US" sz="2800" b="1">
                  <a:solidFill>
                    <a:srgbClr val="FF0000"/>
                  </a:solidFill>
                  <a:latin typeface="思源宋体 CN" panose="02020400000000000000" pitchFamily="18" charset="-122"/>
                  <a:ea typeface="思源宋体 CN" panose="02020400000000000000" pitchFamily="18" charset="-122"/>
                </a:rPr>
                <a:t>？？？？？</a:t>
              </a:r>
              <a:r>
                <a:rPr lang="en-US" altLang="zh-CN" sz="2800" b="1">
                  <a:latin typeface="思源宋体 CN" panose="02020400000000000000" pitchFamily="18" charset="-122"/>
                  <a:ea typeface="思源宋体 CN" panose="02020400000000000000" pitchFamily="18" charset="-122"/>
                </a:rPr>
                <a:t>》</a:t>
              </a:r>
              <a:endParaRPr lang="zh-CN" altLang="en-US" sz="2800" b="1">
                <a:latin typeface="思源宋体 CN" panose="02020400000000000000" pitchFamily="18" charset="-122"/>
                <a:ea typeface="思源宋体 CN" panose="02020400000000000000" pitchFamily="18" charset="-122"/>
              </a:endParaRPr>
            </a:p>
          </p:txBody>
        </p:sp>
        <p:sp>
          <p:nvSpPr>
            <p:cNvPr id="62" name="文本框 61">
              <a:extLst>
                <a:ext uri="{FF2B5EF4-FFF2-40B4-BE49-F238E27FC236}">
                  <a16:creationId xmlns:a16="http://schemas.microsoft.com/office/drawing/2014/main" id="{84E51326-A1CB-3076-03F7-8A27BCA71FDF}"/>
                </a:ext>
              </a:extLst>
            </p:cNvPr>
            <p:cNvSpPr txBox="1"/>
            <p:nvPr/>
          </p:nvSpPr>
          <p:spPr>
            <a:xfrm>
              <a:off x="6997076" y="91257"/>
              <a:ext cx="2538401" cy="9877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lnSpc>
                  <a:spcPct val="120000"/>
                </a:lnSpc>
              </a:pPr>
              <a:r>
                <a:rPr lang="zh-CN" altLang="en-US" sz="3200" b="1">
                  <a:latin typeface="思源宋体 CN" panose="02020400000000000000" pitchFamily="18" charset="-122"/>
                  <a:ea typeface="思源宋体 CN" panose="02020400000000000000" pitchFamily="18" charset="-122"/>
                </a:rPr>
                <a:t>观星思人</a:t>
              </a:r>
              <a:endParaRPr lang="en-US" altLang="zh-CN" sz="3200" b="1">
                <a:latin typeface="思源宋体 CN" panose="02020400000000000000" pitchFamily="18" charset="-122"/>
                <a:ea typeface="思源宋体 CN" panose="02020400000000000000" pitchFamily="18" charset="-122"/>
              </a:endParaRPr>
            </a:p>
            <a:p>
              <a:pPr algn="r">
                <a:lnSpc>
                  <a:spcPct val="120000"/>
                </a:lnSpc>
              </a:pPr>
              <a:r>
                <a:rPr lang="en-US" altLang="zh-CN">
                  <a:latin typeface="思源宋体 CN" panose="02020400000000000000" pitchFamily="18" charset="-122"/>
                  <a:ea typeface="思源宋体 CN" panose="02020400000000000000" pitchFamily="18" charset="-122"/>
                </a:rPr>
                <a:t>by Zeta-Xi-Upsilon</a:t>
              </a:r>
              <a:endParaRPr lang="zh-CN" altLang="en-US">
                <a:latin typeface="思源宋体 CN" panose="02020400000000000000" pitchFamily="18" charset="-122"/>
                <a:ea typeface="思源宋体 CN" panose="02020400000000000000" pitchFamily="18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822079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>
            <a:extLst>
              <a:ext uri="{FF2B5EF4-FFF2-40B4-BE49-F238E27FC236}">
                <a16:creationId xmlns:a16="http://schemas.microsoft.com/office/drawing/2014/main" id="{73FFE8F4-37AD-216C-BBD8-97BE6A62A7C5}"/>
              </a:ext>
            </a:extLst>
          </p:cNvPr>
          <p:cNvGrpSpPr/>
          <p:nvPr/>
        </p:nvGrpSpPr>
        <p:grpSpPr>
          <a:xfrm>
            <a:off x="0" y="0"/>
            <a:ext cx="9802761" cy="6858000"/>
            <a:chOff x="0" y="0"/>
            <a:chExt cx="9802761" cy="6858000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943B0C5E-9F0D-1F03-28A2-242857E8B0D1}"/>
                </a:ext>
              </a:extLst>
            </p:cNvPr>
            <p:cNvSpPr/>
            <p:nvPr/>
          </p:nvSpPr>
          <p:spPr>
            <a:xfrm>
              <a:off x="5579881" y="0"/>
              <a:ext cx="4222880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6" name="组合 45">
              <a:extLst>
                <a:ext uri="{FF2B5EF4-FFF2-40B4-BE49-F238E27FC236}">
                  <a16:creationId xmlns:a16="http://schemas.microsoft.com/office/drawing/2014/main" id="{3CDFEDE6-0B27-2A9C-1A20-E946938C2697}"/>
                </a:ext>
              </a:extLst>
            </p:cNvPr>
            <p:cNvGrpSpPr/>
            <p:nvPr/>
          </p:nvGrpSpPr>
          <p:grpSpPr>
            <a:xfrm>
              <a:off x="0" y="0"/>
              <a:ext cx="5584017" cy="6858000"/>
              <a:chOff x="3524250" y="541020"/>
              <a:chExt cx="5143500" cy="6316980"/>
            </a:xfrm>
          </p:grpSpPr>
          <p:pic>
            <p:nvPicPr>
              <p:cNvPr id="5" name="图片 4" descr="夜晚的星空&#10;&#10;AI 生成的内容可能不正确。">
                <a:extLst>
                  <a:ext uri="{FF2B5EF4-FFF2-40B4-BE49-F238E27FC236}">
                    <a16:creationId xmlns:a16="http://schemas.microsoft.com/office/drawing/2014/main" id="{8520627C-35B2-89A7-3B12-3AB3B50EAE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7889"/>
              <a:stretch>
                <a:fillRect/>
              </a:stretch>
            </p:blipFill>
            <p:spPr>
              <a:xfrm>
                <a:off x="3524250" y="541020"/>
                <a:ext cx="5143500" cy="6316980"/>
              </a:xfrm>
              <a:prstGeom prst="rect">
                <a:avLst/>
              </a:prstGeom>
            </p:spPr>
          </p:pic>
          <p:cxnSp>
            <p:nvCxnSpPr>
              <p:cNvPr id="7" name="直接连接符 6">
                <a:extLst>
                  <a:ext uri="{FF2B5EF4-FFF2-40B4-BE49-F238E27FC236}">
                    <a16:creationId xmlns:a16="http://schemas.microsoft.com/office/drawing/2014/main" id="{F4ADDCB8-8940-B449-A6EC-6BC2964871B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45580" y="5745480"/>
                <a:ext cx="398145" cy="335280"/>
              </a:xfrm>
              <a:prstGeom prst="line">
                <a:avLst/>
              </a:prstGeom>
              <a:ln>
                <a:solidFill>
                  <a:srgbClr val="FFFF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61C75C12-088A-A98F-5CE9-4FFC3BD6F5C3}"/>
                  </a:ext>
                </a:extLst>
              </p:cNvPr>
              <p:cNvSpPr/>
              <p:nvPr/>
            </p:nvSpPr>
            <p:spPr>
              <a:xfrm>
                <a:off x="6979920" y="6088380"/>
                <a:ext cx="403860" cy="403860"/>
              </a:xfrm>
              <a:prstGeom prst="rect">
                <a:avLst/>
              </a:prstGeom>
              <a:solidFill>
                <a:srgbClr val="FFFFFF">
                  <a:alpha val="50196"/>
                </a:srgbClr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400" b="1">
                    <a:solidFill>
                      <a:srgbClr val="FFFF00"/>
                    </a:solidFill>
                    <a:latin typeface="思源宋体 CN" panose="02020400000000000000" pitchFamily="18" charset="-122"/>
                    <a:ea typeface="思源宋体 CN" panose="02020400000000000000" pitchFamily="18" charset="-122"/>
                  </a:rPr>
                  <a:t>天</a:t>
                </a:r>
              </a:p>
            </p:txBody>
          </p:sp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6A29DD55-1D94-ECE3-E60B-C7CD343778AC}"/>
                  </a:ext>
                </a:extLst>
              </p:cNvPr>
              <p:cNvSpPr/>
              <p:nvPr/>
            </p:nvSpPr>
            <p:spPr>
              <a:xfrm>
                <a:off x="7419975" y="6088380"/>
                <a:ext cx="403860" cy="403860"/>
              </a:xfrm>
              <a:prstGeom prst="rect">
                <a:avLst/>
              </a:prstGeom>
              <a:solidFill>
                <a:srgbClr val="FFFFFF">
                  <a:alpha val="50196"/>
                </a:srgbClr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400" b="1">
                    <a:solidFill>
                      <a:srgbClr val="FFFF00"/>
                    </a:solidFill>
                    <a:latin typeface="思源宋体 CN" panose="02020400000000000000" pitchFamily="18" charset="-122"/>
                    <a:ea typeface="思源宋体 CN" panose="02020400000000000000" pitchFamily="18" charset="-122"/>
                  </a:rPr>
                  <a:t>狼</a:t>
                </a:r>
              </a:p>
            </p:txBody>
          </p:sp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84219359-3408-CEBB-3EC5-952EDE4BF3A7}"/>
                  </a:ext>
                </a:extLst>
              </p:cNvPr>
              <p:cNvSpPr/>
              <p:nvPr/>
            </p:nvSpPr>
            <p:spPr>
              <a:xfrm>
                <a:off x="7860030" y="6088380"/>
                <a:ext cx="403860" cy="403860"/>
              </a:xfrm>
              <a:prstGeom prst="rect">
                <a:avLst/>
              </a:prstGeom>
              <a:solidFill>
                <a:srgbClr val="FFFFFF">
                  <a:alpha val="50196"/>
                </a:srgbClr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400" b="1">
                    <a:solidFill>
                      <a:srgbClr val="FFFF00"/>
                    </a:solidFill>
                    <a:latin typeface="思源宋体 CN" panose="02020400000000000000" pitchFamily="18" charset="-122"/>
                    <a:ea typeface="思源宋体 CN" panose="02020400000000000000" pitchFamily="18" charset="-122"/>
                  </a:rPr>
                  <a:t>星</a:t>
                </a:r>
              </a:p>
            </p:txBody>
          </p:sp>
          <p:cxnSp>
            <p:nvCxnSpPr>
              <p:cNvPr id="12" name="直接连接符 11">
                <a:extLst>
                  <a:ext uri="{FF2B5EF4-FFF2-40B4-BE49-F238E27FC236}">
                    <a16:creationId xmlns:a16="http://schemas.microsoft.com/office/drawing/2014/main" id="{3BE53739-D03D-B3D8-F34B-94035EF40D0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913245" y="4922520"/>
                <a:ext cx="238125" cy="342900"/>
              </a:xfrm>
              <a:prstGeom prst="line">
                <a:avLst/>
              </a:prstGeom>
              <a:ln>
                <a:solidFill>
                  <a:srgbClr val="FFFF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27648691-19EF-CCDE-B4BA-630A694A7893}"/>
                  </a:ext>
                </a:extLst>
              </p:cNvPr>
              <p:cNvSpPr/>
              <p:nvPr/>
            </p:nvSpPr>
            <p:spPr>
              <a:xfrm>
                <a:off x="7195185" y="4488180"/>
                <a:ext cx="403860" cy="403860"/>
              </a:xfrm>
              <a:prstGeom prst="rect">
                <a:avLst/>
              </a:prstGeom>
              <a:solidFill>
                <a:srgbClr val="FFFFFF">
                  <a:alpha val="50196"/>
                </a:srgbClr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400" b="1">
                    <a:solidFill>
                      <a:srgbClr val="FFFF00"/>
                    </a:solidFill>
                    <a:latin typeface="思源宋体 CN" panose="02020400000000000000" pitchFamily="18" charset="-122"/>
                    <a:ea typeface="思源宋体 CN" panose="02020400000000000000" pitchFamily="18" charset="-122"/>
                  </a:rPr>
                  <a:t>军</a:t>
                </a:r>
              </a:p>
            </p:txBody>
          </p:sp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D57714DE-466C-8C7A-F0A8-0CAC30E3B5E4}"/>
                  </a:ext>
                </a:extLst>
              </p:cNvPr>
              <p:cNvSpPr/>
              <p:nvPr/>
            </p:nvSpPr>
            <p:spPr>
              <a:xfrm>
                <a:off x="7635240" y="4488180"/>
                <a:ext cx="403860" cy="403860"/>
              </a:xfrm>
              <a:prstGeom prst="rect">
                <a:avLst/>
              </a:prstGeom>
              <a:solidFill>
                <a:srgbClr val="FFFFFF">
                  <a:alpha val="50196"/>
                </a:srgbClr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400" b="1">
                    <a:solidFill>
                      <a:srgbClr val="FFFF00"/>
                    </a:solidFill>
                    <a:latin typeface="思源宋体 CN" panose="02020400000000000000" pitchFamily="18" charset="-122"/>
                    <a:ea typeface="思源宋体 CN" panose="02020400000000000000" pitchFamily="18" charset="-122"/>
                  </a:rPr>
                  <a:t>市</a:t>
                </a:r>
              </a:p>
            </p:txBody>
          </p:sp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9305DE3E-1379-4191-B5DC-1F0CB50B9118}"/>
                  </a:ext>
                </a:extLst>
              </p:cNvPr>
              <p:cNvSpPr/>
              <p:nvPr/>
            </p:nvSpPr>
            <p:spPr>
              <a:xfrm>
                <a:off x="8075295" y="4488180"/>
                <a:ext cx="403860" cy="403860"/>
              </a:xfrm>
              <a:prstGeom prst="rect">
                <a:avLst/>
              </a:prstGeom>
              <a:solidFill>
                <a:srgbClr val="FFFFFF">
                  <a:alpha val="50196"/>
                </a:srgbClr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400" b="1">
                    <a:solidFill>
                      <a:srgbClr val="FFFF00"/>
                    </a:solidFill>
                    <a:latin typeface="思源宋体 CN" panose="02020400000000000000" pitchFamily="18" charset="-122"/>
                    <a:ea typeface="思源宋体 CN" panose="02020400000000000000" pitchFamily="18" charset="-122"/>
                  </a:rPr>
                  <a:t>一</a:t>
                </a:r>
              </a:p>
            </p:txBody>
          </p:sp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8360FFFC-45D2-1425-6855-DA51D4FFC9BB}"/>
                  </a:ext>
                </a:extLst>
              </p:cNvPr>
              <p:cNvSpPr/>
              <p:nvPr/>
            </p:nvSpPr>
            <p:spPr>
              <a:xfrm>
                <a:off x="4116705" y="5013960"/>
                <a:ext cx="403860" cy="403860"/>
              </a:xfrm>
              <a:prstGeom prst="rect">
                <a:avLst/>
              </a:prstGeom>
              <a:solidFill>
                <a:srgbClr val="FFFFFF">
                  <a:alpha val="50196"/>
                </a:srgbClr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400" b="1">
                    <a:solidFill>
                      <a:srgbClr val="FFFF00"/>
                    </a:solidFill>
                    <a:latin typeface="思源宋体 CN" panose="02020400000000000000" pitchFamily="18" charset="-122"/>
                    <a:ea typeface="思源宋体 CN" panose="02020400000000000000" pitchFamily="18" charset="-122"/>
                  </a:rPr>
                  <a:t>南</a:t>
                </a:r>
              </a:p>
            </p:txBody>
          </p:sp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FE2B3E79-EA37-BAF1-B184-E84D8710C19D}"/>
                  </a:ext>
                </a:extLst>
              </p:cNvPr>
              <p:cNvSpPr/>
              <p:nvPr/>
            </p:nvSpPr>
            <p:spPr>
              <a:xfrm>
                <a:off x="4556760" y="5013960"/>
                <a:ext cx="403860" cy="403860"/>
              </a:xfrm>
              <a:prstGeom prst="rect">
                <a:avLst/>
              </a:prstGeom>
              <a:solidFill>
                <a:srgbClr val="FFFFFF">
                  <a:alpha val="50196"/>
                </a:srgbClr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400" b="1">
                    <a:solidFill>
                      <a:srgbClr val="FFFF00"/>
                    </a:solidFill>
                    <a:latin typeface="思源宋体 CN" panose="02020400000000000000" pitchFamily="18" charset="-122"/>
                    <a:ea typeface="思源宋体 CN" panose="02020400000000000000" pitchFamily="18" charset="-122"/>
                  </a:rPr>
                  <a:t>河</a:t>
                </a:r>
              </a:p>
            </p:txBody>
          </p:sp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AD11C0ED-1142-08C9-BCAF-3732C024B498}"/>
                  </a:ext>
                </a:extLst>
              </p:cNvPr>
              <p:cNvSpPr/>
              <p:nvPr/>
            </p:nvSpPr>
            <p:spPr>
              <a:xfrm>
                <a:off x="4996815" y="5013960"/>
                <a:ext cx="403860" cy="403860"/>
              </a:xfrm>
              <a:prstGeom prst="rect">
                <a:avLst/>
              </a:prstGeom>
              <a:solidFill>
                <a:srgbClr val="FFFFFF">
                  <a:alpha val="50196"/>
                </a:srgbClr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400" b="1">
                    <a:solidFill>
                      <a:srgbClr val="FFFF00"/>
                    </a:solidFill>
                    <a:latin typeface="思源宋体 CN" panose="02020400000000000000" pitchFamily="18" charset="-122"/>
                    <a:ea typeface="思源宋体 CN" panose="02020400000000000000" pitchFamily="18" charset="-122"/>
                  </a:rPr>
                  <a:t>三</a:t>
                </a:r>
              </a:p>
            </p:txBody>
          </p:sp>
          <p:cxnSp>
            <p:nvCxnSpPr>
              <p:cNvPr id="21" name="直接连接符 20">
                <a:extLst>
                  <a:ext uri="{FF2B5EF4-FFF2-40B4-BE49-F238E27FC236}">
                    <a16:creationId xmlns:a16="http://schemas.microsoft.com/office/drawing/2014/main" id="{7DEC397B-44C0-A469-FD57-4DA3A1ECE0F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811905" y="5440680"/>
                <a:ext cx="266700" cy="220980"/>
              </a:xfrm>
              <a:prstGeom prst="line">
                <a:avLst/>
              </a:prstGeom>
              <a:ln>
                <a:solidFill>
                  <a:srgbClr val="FFFF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>
                <a:extLst>
                  <a:ext uri="{FF2B5EF4-FFF2-40B4-BE49-F238E27FC236}">
                    <a16:creationId xmlns:a16="http://schemas.microsoft.com/office/drawing/2014/main" id="{9C2B8BA6-7FD3-A7BB-E759-760841F1F78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16680" y="3718560"/>
                <a:ext cx="227648" cy="243840"/>
              </a:xfrm>
              <a:prstGeom prst="line">
                <a:avLst/>
              </a:prstGeom>
              <a:ln>
                <a:solidFill>
                  <a:srgbClr val="FFFF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63E36AB6-7A01-31DD-1577-E05DE6DFEE56}"/>
                  </a:ext>
                </a:extLst>
              </p:cNvPr>
              <p:cNvSpPr/>
              <p:nvPr/>
            </p:nvSpPr>
            <p:spPr>
              <a:xfrm>
                <a:off x="4172903" y="3992880"/>
                <a:ext cx="403860" cy="403860"/>
              </a:xfrm>
              <a:prstGeom prst="rect">
                <a:avLst/>
              </a:prstGeom>
              <a:solidFill>
                <a:srgbClr val="FFFFFF">
                  <a:alpha val="50196"/>
                </a:srgbClr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400" b="1">
                    <a:solidFill>
                      <a:srgbClr val="FFFF00"/>
                    </a:solidFill>
                    <a:latin typeface="思源宋体 CN" panose="02020400000000000000" pitchFamily="18" charset="-122"/>
                    <a:ea typeface="思源宋体 CN" panose="02020400000000000000" pitchFamily="18" charset="-122"/>
                  </a:rPr>
                  <a:t>井</a:t>
                </a:r>
              </a:p>
            </p:txBody>
          </p:sp>
          <p:sp>
            <p:nvSpPr>
              <p:cNvPr id="24" name="矩形 23">
                <a:extLst>
                  <a:ext uri="{FF2B5EF4-FFF2-40B4-BE49-F238E27FC236}">
                    <a16:creationId xmlns:a16="http://schemas.microsoft.com/office/drawing/2014/main" id="{1774DF9A-1699-890B-05AC-F35D3EC68B6C}"/>
                  </a:ext>
                </a:extLst>
              </p:cNvPr>
              <p:cNvSpPr/>
              <p:nvPr/>
            </p:nvSpPr>
            <p:spPr>
              <a:xfrm>
                <a:off x="4612958" y="3992880"/>
                <a:ext cx="403860" cy="403860"/>
              </a:xfrm>
              <a:prstGeom prst="rect">
                <a:avLst/>
              </a:prstGeom>
              <a:solidFill>
                <a:srgbClr val="FFFFFF">
                  <a:alpha val="50196"/>
                </a:srgbClr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400" b="1">
                    <a:solidFill>
                      <a:srgbClr val="FFFF00"/>
                    </a:solidFill>
                    <a:latin typeface="思源宋体 CN" panose="02020400000000000000" pitchFamily="18" charset="-122"/>
                    <a:ea typeface="思源宋体 CN" panose="02020400000000000000" pitchFamily="18" charset="-122"/>
                  </a:rPr>
                  <a:t>宿</a:t>
                </a:r>
              </a:p>
            </p:txBody>
          </p:sp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DA6781D6-F074-1843-DC5B-1449E32102CC}"/>
                  </a:ext>
                </a:extLst>
              </p:cNvPr>
              <p:cNvSpPr/>
              <p:nvPr/>
            </p:nvSpPr>
            <p:spPr>
              <a:xfrm>
                <a:off x="5053013" y="3992880"/>
                <a:ext cx="403860" cy="403860"/>
              </a:xfrm>
              <a:prstGeom prst="rect">
                <a:avLst/>
              </a:prstGeom>
              <a:solidFill>
                <a:srgbClr val="FFFFFF">
                  <a:alpha val="50196"/>
                </a:srgbClr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400" b="1">
                    <a:solidFill>
                      <a:srgbClr val="FFFF00"/>
                    </a:solidFill>
                    <a:latin typeface="思源宋体 CN" panose="02020400000000000000" pitchFamily="18" charset="-122"/>
                    <a:ea typeface="思源宋体 CN" panose="02020400000000000000" pitchFamily="18" charset="-122"/>
                  </a:rPr>
                  <a:t>三</a:t>
                </a:r>
              </a:p>
            </p:txBody>
          </p:sp>
          <p:cxnSp>
            <p:nvCxnSpPr>
              <p:cNvPr id="29" name="直接连接符 28">
                <a:extLst>
                  <a:ext uri="{FF2B5EF4-FFF2-40B4-BE49-F238E27FC236}">
                    <a16:creationId xmlns:a16="http://schemas.microsoft.com/office/drawing/2014/main" id="{FC4C97A2-516C-7009-1DD3-EB2947A70BB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562600" y="1287780"/>
                <a:ext cx="667703" cy="182880"/>
              </a:xfrm>
              <a:prstGeom prst="line">
                <a:avLst/>
              </a:prstGeom>
              <a:ln>
                <a:solidFill>
                  <a:srgbClr val="FFFF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007C7B58-6BC8-BEEF-FEB3-1729D6D9B37C}"/>
                  </a:ext>
                </a:extLst>
              </p:cNvPr>
              <p:cNvSpPr/>
              <p:nvPr/>
            </p:nvSpPr>
            <p:spPr>
              <a:xfrm>
                <a:off x="6260783" y="1478280"/>
                <a:ext cx="403860" cy="403860"/>
              </a:xfrm>
              <a:prstGeom prst="rect">
                <a:avLst/>
              </a:prstGeom>
              <a:solidFill>
                <a:srgbClr val="FFFFFF">
                  <a:alpha val="50196"/>
                </a:srgbClr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400" b="1">
                    <a:solidFill>
                      <a:srgbClr val="FFFF00"/>
                    </a:solidFill>
                    <a:latin typeface="思源宋体 CN" panose="02020400000000000000" pitchFamily="18" charset="-122"/>
                    <a:ea typeface="思源宋体 CN" panose="02020400000000000000" pitchFamily="18" charset="-122"/>
                  </a:rPr>
                  <a:t>毕</a:t>
                </a:r>
              </a:p>
            </p:txBody>
          </p:sp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4B8C7B9F-B1AE-303A-F33A-B971A8691D59}"/>
                  </a:ext>
                </a:extLst>
              </p:cNvPr>
              <p:cNvSpPr/>
              <p:nvPr/>
            </p:nvSpPr>
            <p:spPr>
              <a:xfrm>
                <a:off x="6700838" y="1478280"/>
                <a:ext cx="403860" cy="403860"/>
              </a:xfrm>
              <a:prstGeom prst="rect">
                <a:avLst/>
              </a:prstGeom>
              <a:solidFill>
                <a:srgbClr val="FFFFFF">
                  <a:alpha val="50196"/>
                </a:srgbClr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400" b="1">
                    <a:solidFill>
                      <a:srgbClr val="FFFF00"/>
                    </a:solidFill>
                    <a:latin typeface="思源宋体 CN" panose="02020400000000000000" pitchFamily="18" charset="-122"/>
                    <a:ea typeface="思源宋体 CN" panose="02020400000000000000" pitchFamily="18" charset="-122"/>
                  </a:rPr>
                  <a:t>宿</a:t>
                </a:r>
              </a:p>
            </p:txBody>
          </p:sp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1F850FA8-6BA0-6A88-D430-612990F6A601}"/>
                  </a:ext>
                </a:extLst>
              </p:cNvPr>
              <p:cNvSpPr/>
              <p:nvPr/>
            </p:nvSpPr>
            <p:spPr>
              <a:xfrm>
                <a:off x="7140893" y="1478280"/>
                <a:ext cx="403860" cy="403860"/>
              </a:xfrm>
              <a:prstGeom prst="rect">
                <a:avLst/>
              </a:prstGeom>
              <a:solidFill>
                <a:srgbClr val="FFFFFF">
                  <a:alpha val="50196"/>
                </a:srgbClr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400" b="1">
                    <a:solidFill>
                      <a:srgbClr val="FFFF00"/>
                    </a:solidFill>
                    <a:latin typeface="思源宋体 CN" panose="02020400000000000000" pitchFamily="18" charset="-122"/>
                    <a:ea typeface="思源宋体 CN" panose="02020400000000000000" pitchFamily="18" charset="-122"/>
                  </a:rPr>
                  <a:t>五</a:t>
                </a:r>
              </a:p>
            </p:txBody>
          </p:sp>
          <p:cxnSp>
            <p:nvCxnSpPr>
              <p:cNvPr id="34" name="直接连接符 33">
                <a:extLst>
                  <a:ext uri="{FF2B5EF4-FFF2-40B4-BE49-F238E27FC236}">
                    <a16:creationId xmlns:a16="http://schemas.microsoft.com/office/drawing/2014/main" id="{C76468A5-19AD-696C-A297-14E40206035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854190" y="2754630"/>
                <a:ext cx="238125" cy="342900"/>
              </a:xfrm>
              <a:prstGeom prst="line">
                <a:avLst/>
              </a:prstGeom>
              <a:ln>
                <a:solidFill>
                  <a:srgbClr val="FFFF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矩形 34">
                <a:extLst>
                  <a:ext uri="{FF2B5EF4-FFF2-40B4-BE49-F238E27FC236}">
                    <a16:creationId xmlns:a16="http://schemas.microsoft.com/office/drawing/2014/main" id="{5C82622D-F0AD-3518-7AD9-A44541164318}"/>
                  </a:ext>
                </a:extLst>
              </p:cNvPr>
              <p:cNvSpPr/>
              <p:nvPr/>
            </p:nvSpPr>
            <p:spPr>
              <a:xfrm>
                <a:off x="7120890" y="2335530"/>
                <a:ext cx="403860" cy="403860"/>
              </a:xfrm>
              <a:prstGeom prst="rect">
                <a:avLst/>
              </a:prstGeom>
              <a:solidFill>
                <a:srgbClr val="FFFFFF">
                  <a:alpha val="50196"/>
                </a:srgbClr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400" b="1">
                    <a:solidFill>
                      <a:srgbClr val="FFFF00"/>
                    </a:solidFill>
                    <a:latin typeface="思源宋体 CN" panose="02020400000000000000" pitchFamily="18" charset="-122"/>
                    <a:ea typeface="思源宋体 CN" panose="02020400000000000000" pitchFamily="18" charset="-122"/>
                  </a:rPr>
                  <a:t>玉</a:t>
                </a:r>
              </a:p>
            </p:txBody>
          </p:sp>
          <p:sp>
            <p:nvSpPr>
              <p:cNvPr id="36" name="矩形 35">
                <a:extLst>
                  <a:ext uri="{FF2B5EF4-FFF2-40B4-BE49-F238E27FC236}">
                    <a16:creationId xmlns:a16="http://schemas.microsoft.com/office/drawing/2014/main" id="{8050B6C6-1BAF-2D2E-53F3-CE9084440964}"/>
                  </a:ext>
                </a:extLst>
              </p:cNvPr>
              <p:cNvSpPr/>
              <p:nvPr/>
            </p:nvSpPr>
            <p:spPr>
              <a:xfrm>
                <a:off x="7560945" y="2335530"/>
                <a:ext cx="403860" cy="403860"/>
              </a:xfrm>
              <a:prstGeom prst="rect">
                <a:avLst/>
              </a:prstGeom>
              <a:solidFill>
                <a:srgbClr val="FFFFFF">
                  <a:alpha val="50196"/>
                </a:srgbClr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400" b="1">
                    <a:solidFill>
                      <a:srgbClr val="FFFF00"/>
                    </a:solidFill>
                    <a:latin typeface="思源宋体 CN" panose="02020400000000000000" pitchFamily="18" charset="-122"/>
                    <a:ea typeface="思源宋体 CN" panose="02020400000000000000" pitchFamily="18" charset="-122"/>
                  </a:rPr>
                  <a:t>井</a:t>
                </a:r>
              </a:p>
            </p:txBody>
          </p:sp>
          <p:sp>
            <p:nvSpPr>
              <p:cNvPr id="37" name="矩形 36">
                <a:extLst>
                  <a:ext uri="{FF2B5EF4-FFF2-40B4-BE49-F238E27FC236}">
                    <a16:creationId xmlns:a16="http://schemas.microsoft.com/office/drawing/2014/main" id="{D7BF5ED2-812B-629D-A828-8F3FBE422CFF}"/>
                  </a:ext>
                </a:extLst>
              </p:cNvPr>
              <p:cNvSpPr/>
              <p:nvPr/>
            </p:nvSpPr>
            <p:spPr>
              <a:xfrm>
                <a:off x="8001000" y="2335530"/>
                <a:ext cx="403860" cy="403860"/>
              </a:xfrm>
              <a:prstGeom prst="rect">
                <a:avLst/>
              </a:prstGeom>
              <a:solidFill>
                <a:srgbClr val="FFFFFF">
                  <a:alpha val="50196"/>
                </a:srgbClr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400" b="1">
                    <a:solidFill>
                      <a:srgbClr val="FFFF00"/>
                    </a:solidFill>
                    <a:latin typeface="思源宋体 CN" panose="02020400000000000000" pitchFamily="18" charset="-122"/>
                    <a:ea typeface="思源宋体 CN" panose="02020400000000000000" pitchFamily="18" charset="-122"/>
                  </a:rPr>
                  <a:t>三</a:t>
                </a:r>
              </a:p>
            </p:txBody>
          </p:sp>
          <p:cxnSp>
            <p:nvCxnSpPr>
              <p:cNvPr id="39" name="直接连接符 38">
                <a:extLst>
                  <a:ext uri="{FF2B5EF4-FFF2-40B4-BE49-F238E27FC236}">
                    <a16:creationId xmlns:a16="http://schemas.microsoft.com/office/drawing/2014/main" id="{0BF4B1A6-8A7B-D880-12D5-5CC7CC8D672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24451" y="2987040"/>
                <a:ext cx="98106" cy="339090"/>
              </a:xfrm>
              <a:prstGeom prst="line">
                <a:avLst/>
              </a:prstGeom>
              <a:ln>
                <a:solidFill>
                  <a:srgbClr val="FFFF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50272B88-2D1E-1BE2-F46C-6D6A7611F7D4}"/>
                  </a:ext>
                </a:extLst>
              </p:cNvPr>
              <p:cNvSpPr/>
              <p:nvPr/>
            </p:nvSpPr>
            <p:spPr>
              <a:xfrm>
                <a:off x="3825241" y="2552700"/>
                <a:ext cx="403860" cy="403860"/>
              </a:xfrm>
              <a:prstGeom prst="rect">
                <a:avLst/>
              </a:prstGeom>
              <a:solidFill>
                <a:srgbClr val="FFFFFF">
                  <a:alpha val="50196"/>
                </a:srgbClr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400" b="1">
                    <a:solidFill>
                      <a:srgbClr val="FFFF00"/>
                    </a:solidFill>
                    <a:latin typeface="思源宋体 CN" panose="02020400000000000000" pitchFamily="18" charset="-122"/>
                    <a:ea typeface="思源宋体 CN" panose="02020400000000000000" pitchFamily="18" charset="-122"/>
                  </a:rPr>
                  <a:t>参</a:t>
                </a:r>
              </a:p>
            </p:txBody>
          </p:sp>
          <p:sp>
            <p:nvSpPr>
              <p:cNvPr id="41" name="矩形 40">
                <a:extLst>
                  <a:ext uri="{FF2B5EF4-FFF2-40B4-BE49-F238E27FC236}">
                    <a16:creationId xmlns:a16="http://schemas.microsoft.com/office/drawing/2014/main" id="{15007A0B-776C-E1E0-F56D-8B9ABA77AEA5}"/>
                  </a:ext>
                </a:extLst>
              </p:cNvPr>
              <p:cNvSpPr/>
              <p:nvPr/>
            </p:nvSpPr>
            <p:spPr>
              <a:xfrm>
                <a:off x="4265296" y="2552700"/>
                <a:ext cx="403860" cy="403860"/>
              </a:xfrm>
              <a:prstGeom prst="rect">
                <a:avLst/>
              </a:prstGeom>
              <a:solidFill>
                <a:srgbClr val="FFFFFF">
                  <a:alpha val="50196"/>
                </a:srgbClr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400" b="1">
                    <a:solidFill>
                      <a:srgbClr val="FFFF00"/>
                    </a:solidFill>
                    <a:latin typeface="思源宋体 CN" panose="02020400000000000000" pitchFamily="18" charset="-122"/>
                    <a:ea typeface="思源宋体 CN" panose="02020400000000000000" pitchFamily="18" charset="-122"/>
                  </a:rPr>
                  <a:t>宿</a:t>
                </a:r>
              </a:p>
            </p:txBody>
          </p:sp>
          <p:sp>
            <p:nvSpPr>
              <p:cNvPr id="42" name="矩形 41">
                <a:extLst>
                  <a:ext uri="{FF2B5EF4-FFF2-40B4-BE49-F238E27FC236}">
                    <a16:creationId xmlns:a16="http://schemas.microsoft.com/office/drawing/2014/main" id="{83067646-A576-688C-2ED8-434E0328EEDB}"/>
                  </a:ext>
                </a:extLst>
              </p:cNvPr>
              <p:cNvSpPr/>
              <p:nvPr/>
            </p:nvSpPr>
            <p:spPr>
              <a:xfrm>
                <a:off x="4705351" y="2552700"/>
                <a:ext cx="403860" cy="403860"/>
              </a:xfrm>
              <a:prstGeom prst="rect">
                <a:avLst/>
              </a:prstGeom>
              <a:solidFill>
                <a:srgbClr val="FFFFFF">
                  <a:alpha val="50196"/>
                </a:srgbClr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400" b="1">
                    <a:solidFill>
                      <a:srgbClr val="FFFF00"/>
                    </a:solidFill>
                    <a:latin typeface="思源宋体 CN" panose="02020400000000000000" pitchFamily="18" charset="-122"/>
                    <a:ea typeface="思源宋体 CN" panose="02020400000000000000" pitchFamily="18" charset="-122"/>
                  </a:rPr>
                  <a:t>四</a:t>
                </a:r>
              </a:p>
            </p:txBody>
          </p:sp>
        </p:grpSp>
        <p:grpSp>
          <p:nvGrpSpPr>
            <p:cNvPr id="49" name="组合 48">
              <a:extLst>
                <a:ext uri="{FF2B5EF4-FFF2-40B4-BE49-F238E27FC236}">
                  <a16:creationId xmlns:a16="http://schemas.microsoft.com/office/drawing/2014/main" id="{35C69587-6E0D-E6D1-9BAF-4FA3E769C9F9}"/>
                </a:ext>
              </a:extLst>
            </p:cNvPr>
            <p:cNvGrpSpPr/>
            <p:nvPr/>
          </p:nvGrpSpPr>
          <p:grpSpPr>
            <a:xfrm>
              <a:off x="6454674" y="3433970"/>
              <a:ext cx="2349561" cy="438449"/>
              <a:chOff x="6150105" y="2844049"/>
              <a:chExt cx="2349561" cy="438449"/>
            </a:xfrm>
          </p:grpSpPr>
          <p:sp>
            <p:nvSpPr>
              <p:cNvPr id="69" name="矩形 68">
                <a:extLst>
                  <a:ext uri="{FF2B5EF4-FFF2-40B4-BE49-F238E27FC236}">
                    <a16:creationId xmlns:a16="http://schemas.microsoft.com/office/drawing/2014/main" id="{127088F6-7086-439E-00FD-B9A764D9F087}"/>
                  </a:ext>
                </a:extLst>
              </p:cNvPr>
              <p:cNvSpPr/>
              <p:nvPr/>
            </p:nvSpPr>
            <p:spPr>
              <a:xfrm>
                <a:off x="6150105" y="2844049"/>
                <a:ext cx="438449" cy="438449"/>
              </a:xfrm>
              <a:prstGeom prst="rect">
                <a:avLst/>
              </a:prstGeom>
              <a:solidFill>
                <a:srgbClr val="FFFFFF">
                  <a:alpha val="50196"/>
                </a:srgb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400" b="1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思源宋体 CN" panose="02020400000000000000" pitchFamily="18" charset="-122"/>
                    <a:ea typeface="思源宋体 CN" panose="02020400000000000000" pitchFamily="18" charset="-122"/>
                  </a:rPr>
                  <a:t>渭</a:t>
                </a:r>
              </a:p>
            </p:txBody>
          </p:sp>
          <p:sp>
            <p:nvSpPr>
              <p:cNvPr id="70" name="矩形 69">
                <a:extLst>
                  <a:ext uri="{FF2B5EF4-FFF2-40B4-BE49-F238E27FC236}">
                    <a16:creationId xmlns:a16="http://schemas.microsoft.com/office/drawing/2014/main" id="{4AE4680F-F5EF-D799-5943-B7A3EB5463C3}"/>
                  </a:ext>
                </a:extLst>
              </p:cNvPr>
              <p:cNvSpPr/>
              <p:nvPr/>
            </p:nvSpPr>
            <p:spPr>
              <a:xfrm>
                <a:off x="6627883" y="2844049"/>
                <a:ext cx="438449" cy="438449"/>
              </a:xfrm>
              <a:prstGeom prst="rect">
                <a:avLst/>
              </a:prstGeom>
              <a:solidFill>
                <a:srgbClr val="FFFFFF">
                  <a:alpha val="50196"/>
                </a:srgb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zh-CN" altLang="en-US" sz="2400" b="1">
                    <a:solidFill>
                      <a:schemeClr val="tx1"/>
                    </a:solidFill>
                    <a:latin typeface="思源宋体 CN" panose="02020400000000000000" pitchFamily="18" charset="-122"/>
                    <a:ea typeface="思源宋体 CN" panose="02020400000000000000" pitchFamily="18" charset="-122"/>
                  </a:rPr>
                  <a:t>北</a:t>
                </a:r>
              </a:p>
            </p:txBody>
          </p:sp>
          <p:sp>
            <p:nvSpPr>
              <p:cNvPr id="71" name="矩形 70">
                <a:extLst>
                  <a:ext uri="{FF2B5EF4-FFF2-40B4-BE49-F238E27FC236}">
                    <a16:creationId xmlns:a16="http://schemas.microsoft.com/office/drawing/2014/main" id="{A793B056-41FF-002D-512B-94F1850C0570}"/>
                  </a:ext>
                </a:extLst>
              </p:cNvPr>
              <p:cNvSpPr/>
              <p:nvPr/>
            </p:nvSpPr>
            <p:spPr>
              <a:xfrm>
                <a:off x="7105661" y="2844049"/>
                <a:ext cx="438449" cy="438449"/>
              </a:xfrm>
              <a:prstGeom prst="rect">
                <a:avLst/>
              </a:prstGeom>
              <a:solidFill>
                <a:srgbClr val="FFFFFF">
                  <a:alpha val="50196"/>
                </a:srgb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400" b="1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思源宋体 CN" panose="02020400000000000000" pitchFamily="18" charset="-122"/>
                    <a:ea typeface="思源宋体 CN" panose="02020400000000000000" pitchFamily="18" charset="-122"/>
                  </a:rPr>
                  <a:t>春</a:t>
                </a:r>
              </a:p>
            </p:txBody>
          </p:sp>
          <p:sp>
            <p:nvSpPr>
              <p:cNvPr id="72" name="矩形 71">
                <a:extLst>
                  <a:ext uri="{FF2B5EF4-FFF2-40B4-BE49-F238E27FC236}">
                    <a16:creationId xmlns:a16="http://schemas.microsoft.com/office/drawing/2014/main" id="{3FEAFF66-4501-D931-DE46-DD69DE76E28B}"/>
                  </a:ext>
                </a:extLst>
              </p:cNvPr>
              <p:cNvSpPr/>
              <p:nvPr/>
            </p:nvSpPr>
            <p:spPr>
              <a:xfrm>
                <a:off x="7583439" y="2844049"/>
                <a:ext cx="438449" cy="438449"/>
              </a:xfrm>
              <a:prstGeom prst="rect">
                <a:avLst/>
              </a:prstGeom>
              <a:solidFill>
                <a:srgbClr val="FFFFFF">
                  <a:alpha val="50196"/>
                </a:srgb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400" b="1">
                    <a:solidFill>
                      <a:schemeClr val="tx1"/>
                    </a:solidFill>
                    <a:latin typeface="思源宋体 CN" panose="02020400000000000000" pitchFamily="18" charset="-122"/>
                    <a:ea typeface="思源宋体 CN" panose="02020400000000000000" pitchFamily="18" charset="-122"/>
                  </a:rPr>
                  <a:t>天</a:t>
                </a:r>
              </a:p>
            </p:txBody>
          </p:sp>
          <p:sp>
            <p:nvSpPr>
              <p:cNvPr id="73" name="矩形 72">
                <a:extLst>
                  <a:ext uri="{FF2B5EF4-FFF2-40B4-BE49-F238E27FC236}">
                    <a16:creationId xmlns:a16="http://schemas.microsoft.com/office/drawing/2014/main" id="{57254C3C-5624-9618-99BA-F69752F35E6D}"/>
                  </a:ext>
                </a:extLst>
              </p:cNvPr>
              <p:cNvSpPr/>
              <p:nvPr/>
            </p:nvSpPr>
            <p:spPr>
              <a:xfrm>
                <a:off x="8061217" y="2844049"/>
                <a:ext cx="438449" cy="438449"/>
              </a:xfrm>
              <a:prstGeom prst="rect">
                <a:avLst/>
              </a:prstGeom>
              <a:solidFill>
                <a:srgbClr val="FFFFFF">
                  <a:alpha val="50196"/>
                </a:srgb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400" b="1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思源宋体 CN" panose="02020400000000000000" pitchFamily="18" charset="-122"/>
                    <a:ea typeface="思源宋体 CN" panose="02020400000000000000" pitchFamily="18" charset="-122"/>
                  </a:rPr>
                  <a:t>树</a:t>
                </a:r>
              </a:p>
            </p:txBody>
          </p:sp>
        </p:grpSp>
        <p:grpSp>
          <p:nvGrpSpPr>
            <p:cNvPr id="50" name="组合 49">
              <a:extLst>
                <a:ext uri="{FF2B5EF4-FFF2-40B4-BE49-F238E27FC236}">
                  <a16:creationId xmlns:a16="http://schemas.microsoft.com/office/drawing/2014/main" id="{24EFEAB5-7EB4-D808-AAED-24479A4C3C31}"/>
                </a:ext>
              </a:extLst>
            </p:cNvPr>
            <p:cNvGrpSpPr/>
            <p:nvPr/>
          </p:nvGrpSpPr>
          <p:grpSpPr>
            <a:xfrm>
              <a:off x="6454674" y="4207460"/>
              <a:ext cx="2349561" cy="438449"/>
              <a:chOff x="6150105" y="3617539"/>
              <a:chExt cx="2349561" cy="438449"/>
            </a:xfrm>
          </p:grpSpPr>
          <p:sp>
            <p:nvSpPr>
              <p:cNvPr id="64" name="矩形 63">
                <a:extLst>
                  <a:ext uri="{FF2B5EF4-FFF2-40B4-BE49-F238E27FC236}">
                    <a16:creationId xmlns:a16="http://schemas.microsoft.com/office/drawing/2014/main" id="{D043C65F-8212-02A1-42A6-6F3EC592D07B}"/>
                  </a:ext>
                </a:extLst>
              </p:cNvPr>
              <p:cNvSpPr/>
              <p:nvPr/>
            </p:nvSpPr>
            <p:spPr>
              <a:xfrm>
                <a:off x="6150105" y="3617539"/>
                <a:ext cx="438449" cy="438449"/>
              </a:xfrm>
              <a:prstGeom prst="rect">
                <a:avLst/>
              </a:prstGeom>
              <a:solidFill>
                <a:srgbClr val="FFFFFF">
                  <a:alpha val="50196"/>
                </a:srgb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400" b="1">
                    <a:solidFill>
                      <a:schemeClr val="tx1"/>
                    </a:solidFill>
                    <a:latin typeface="思源宋体 CN" panose="02020400000000000000" pitchFamily="18" charset="-122"/>
                    <a:ea typeface="思源宋体 CN" panose="02020400000000000000" pitchFamily="18" charset="-122"/>
                  </a:rPr>
                  <a:t>江</a:t>
                </a:r>
              </a:p>
            </p:txBody>
          </p:sp>
          <p:sp>
            <p:nvSpPr>
              <p:cNvPr id="65" name="矩形 64">
                <a:extLst>
                  <a:ext uri="{FF2B5EF4-FFF2-40B4-BE49-F238E27FC236}">
                    <a16:creationId xmlns:a16="http://schemas.microsoft.com/office/drawing/2014/main" id="{A30DAAA0-5930-FD63-23D4-552F35EB0182}"/>
                  </a:ext>
                </a:extLst>
              </p:cNvPr>
              <p:cNvSpPr/>
              <p:nvPr/>
            </p:nvSpPr>
            <p:spPr>
              <a:xfrm>
                <a:off x="6627883" y="3617539"/>
                <a:ext cx="438449" cy="438449"/>
              </a:xfrm>
              <a:prstGeom prst="rect">
                <a:avLst/>
              </a:prstGeom>
              <a:solidFill>
                <a:srgbClr val="FFFFFF">
                  <a:alpha val="50196"/>
                </a:srgb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400" b="1">
                    <a:solidFill>
                      <a:schemeClr val="tx1"/>
                    </a:solidFill>
                    <a:latin typeface="思源宋体 CN" panose="02020400000000000000" pitchFamily="18" charset="-122"/>
                    <a:ea typeface="思源宋体 CN" panose="02020400000000000000" pitchFamily="18" charset="-122"/>
                  </a:rPr>
                  <a:t>东</a:t>
                </a:r>
              </a:p>
            </p:txBody>
          </p:sp>
          <p:sp>
            <p:nvSpPr>
              <p:cNvPr id="66" name="矩形 65">
                <a:extLst>
                  <a:ext uri="{FF2B5EF4-FFF2-40B4-BE49-F238E27FC236}">
                    <a16:creationId xmlns:a16="http://schemas.microsoft.com/office/drawing/2014/main" id="{8DC7BB76-4123-9F3A-0BD6-49E389A99342}"/>
                  </a:ext>
                </a:extLst>
              </p:cNvPr>
              <p:cNvSpPr/>
              <p:nvPr/>
            </p:nvSpPr>
            <p:spPr>
              <a:xfrm>
                <a:off x="7105661" y="3617539"/>
                <a:ext cx="438449" cy="438449"/>
              </a:xfrm>
              <a:prstGeom prst="rect">
                <a:avLst/>
              </a:prstGeom>
              <a:solidFill>
                <a:srgbClr val="FFFFFF">
                  <a:alpha val="50196"/>
                </a:srgb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400" b="1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思源宋体 CN" panose="02020400000000000000" pitchFamily="18" charset="-122"/>
                    <a:ea typeface="思源宋体 CN" panose="02020400000000000000" pitchFamily="18" charset="-122"/>
                  </a:rPr>
                  <a:t>日</a:t>
                </a:r>
              </a:p>
            </p:txBody>
          </p:sp>
          <p:sp>
            <p:nvSpPr>
              <p:cNvPr id="67" name="矩形 66">
                <a:extLst>
                  <a:ext uri="{FF2B5EF4-FFF2-40B4-BE49-F238E27FC236}">
                    <a16:creationId xmlns:a16="http://schemas.microsoft.com/office/drawing/2014/main" id="{F6880B63-E354-6471-6519-9B7B882E4FE4}"/>
                  </a:ext>
                </a:extLst>
              </p:cNvPr>
              <p:cNvSpPr/>
              <p:nvPr/>
            </p:nvSpPr>
            <p:spPr>
              <a:xfrm>
                <a:off x="7583439" y="3617539"/>
                <a:ext cx="438449" cy="438449"/>
              </a:xfrm>
              <a:prstGeom prst="rect">
                <a:avLst/>
              </a:prstGeom>
              <a:solidFill>
                <a:srgbClr val="FFFFFF">
                  <a:alpha val="50196"/>
                </a:srgb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400" b="1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思源宋体 CN" panose="02020400000000000000" pitchFamily="18" charset="-122"/>
                    <a:ea typeface="思源宋体 CN" panose="02020400000000000000" pitchFamily="18" charset="-122"/>
                  </a:rPr>
                  <a:t>暮</a:t>
                </a:r>
              </a:p>
            </p:txBody>
          </p:sp>
          <p:sp>
            <p:nvSpPr>
              <p:cNvPr id="68" name="矩形 67">
                <a:extLst>
                  <a:ext uri="{FF2B5EF4-FFF2-40B4-BE49-F238E27FC236}">
                    <a16:creationId xmlns:a16="http://schemas.microsoft.com/office/drawing/2014/main" id="{B358F43F-92FE-59B2-4A53-BDC5EFCE5BB1}"/>
                  </a:ext>
                </a:extLst>
              </p:cNvPr>
              <p:cNvSpPr/>
              <p:nvPr/>
            </p:nvSpPr>
            <p:spPr>
              <a:xfrm>
                <a:off x="8061217" y="3617539"/>
                <a:ext cx="438449" cy="438449"/>
              </a:xfrm>
              <a:prstGeom prst="rect">
                <a:avLst/>
              </a:prstGeom>
              <a:solidFill>
                <a:srgbClr val="FFFFFF">
                  <a:alpha val="50196"/>
                </a:srgb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400" b="1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思源宋体 CN" panose="02020400000000000000" pitchFamily="18" charset="-122"/>
                    <a:ea typeface="思源宋体 CN" panose="02020400000000000000" pitchFamily="18" charset="-122"/>
                  </a:rPr>
                  <a:t>云</a:t>
                </a:r>
              </a:p>
            </p:txBody>
          </p:sp>
        </p:grpSp>
        <p:grpSp>
          <p:nvGrpSpPr>
            <p:cNvPr id="51" name="组合 50">
              <a:extLst>
                <a:ext uri="{FF2B5EF4-FFF2-40B4-BE49-F238E27FC236}">
                  <a16:creationId xmlns:a16="http://schemas.microsoft.com/office/drawing/2014/main" id="{DBD4D35A-CCFE-FAEE-ECBB-7EC11C98063B}"/>
                </a:ext>
              </a:extLst>
            </p:cNvPr>
            <p:cNvGrpSpPr/>
            <p:nvPr/>
          </p:nvGrpSpPr>
          <p:grpSpPr>
            <a:xfrm>
              <a:off x="6454674" y="1886990"/>
              <a:ext cx="2349561" cy="438449"/>
              <a:chOff x="6149658" y="1297069"/>
              <a:chExt cx="2349561" cy="438449"/>
            </a:xfrm>
          </p:grpSpPr>
          <p:sp>
            <p:nvSpPr>
              <p:cNvPr id="59" name="矩形 58">
                <a:extLst>
                  <a:ext uri="{FF2B5EF4-FFF2-40B4-BE49-F238E27FC236}">
                    <a16:creationId xmlns:a16="http://schemas.microsoft.com/office/drawing/2014/main" id="{9F22E2AD-33DA-21B8-BD44-5327CEB95859}"/>
                  </a:ext>
                </a:extLst>
              </p:cNvPr>
              <p:cNvSpPr/>
              <p:nvPr/>
            </p:nvSpPr>
            <p:spPr>
              <a:xfrm>
                <a:off x="6149658" y="1297069"/>
                <a:ext cx="438449" cy="438449"/>
              </a:xfrm>
              <a:prstGeom prst="rect">
                <a:avLst/>
              </a:prstGeom>
              <a:solidFill>
                <a:srgbClr val="FFFFFF">
                  <a:alpha val="50196"/>
                </a:srgb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400" b="1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思源宋体 CN" panose="02020400000000000000" pitchFamily="18" charset="-122"/>
                    <a:ea typeface="思源宋体 CN" panose="02020400000000000000" pitchFamily="18" charset="-122"/>
                  </a:rPr>
                  <a:t>清</a:t>
                </a:r>
              </a:p>
            </p:txBody>
          </p:sp>
          <p:sp>
            <p:nvSpPr>
              <p:cNvPr id="60" name="矩形 59">
                <a:extLst>
                  <a:ext uri="{FF2B5EF4-FFF2-40B4-BE49-F238E27FC236}">
                    <a16:creationId xmlns:a16="http://schemas.microsoft.com/office/drawing/2014/main" id="{E65BC12D-01C8-CB12-C9A9-35695641C120}"/>
                  </a:ext>
                </a:extLst>
              </p:cNvPr>
              <p:cNvSpPr/>
              <p:nvPr/>
            </p:nvSpPr>
            <p:spPr>
              <a:xfrm>
                <a:off x="6627436" y="1297069"/>
                <a:ext cx="438449" cy="438449"/>
              </a:xfrm>
              <a:prstGeom prst="rect">
                <a:avLst/>
              </a:prstGeom>
              <a:solidFill>
                <a:srgbClr val="FFFFFF">
                  <a:alpha val="50196"/>
                </a:srgb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400" b="1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思源宋体 CN" panose="02020400000000000000" pitchFamily="18" charset="-122"/>
                    <a:ea typeface="思源宋体 CN" panose="02020400000000000000" pitchFamily="18" charset="-122"/>
                  </a:rPr>
                  <a:t>新</a:t>
                </a:r>
              </a:p>
            </p:txBody>
          </p:sp>
          <p:sp>
            <p:nvSpPr>
              <p:cNvPr id="61" name="矩形 60">
                <a:extLst>
                  <a:ext uri="{FF2B5EF4-FFF2-40B4-BE49-F238E27FC236}">
                    <a16:creationId xmlns:a16="http://schemas.microsoft.com/office/drawing/2014/main" id="{1990C01A-3FF2-00DC-F213-BA154779E089}"/>
                  </a:ext>
                </a:extLst>
              </p:cNvPr>
              <p:cNvSpPr/>
              <p:nvPr/>
            </p:nvSpPr>
            <p:spPr>
              <a:xfrm>
                <a:off x="7105214" y="1297069"/>
                <a:ext cx="438449" cy="438449"/>
              </a:xfrm>
              <a:prstGeom prst="rect">
                <a:avLst/>
              </a:prstGeom>
              <a:solidFill>
                <a:srgbClr val="FFFFFF">
                  <a:alpha val="50196"/>
                </a:srgb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400" b="1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思源宋体 CN" panose="02020400000000000000" pitchFamily="18" charset="-122"/>
                    <a:ea typeface="思源宋体 CN" panose="02020400000000000000" pitchFamily="18" charset="-122"/>
                  </a:rPr>
                  <a:t>庾</a:t>
                </a:r>
              </a:p>
            </p:txBody>
          </p:sp>
          <p:sp>
            <p:nvSpPr>
              <p:cNvPr id="62" name="矩形 61">
                <a:extLst>
                  <a:ext uri="{FF2B5EF4-FFF2-40B4-BE49-F238E27FC236}">
                    <a16:creationId xmlns:a16="http://schemas.microsoft.com/office/drawing/2014/main" id="{9D0F8D9C-9D8A-63C5-9DD4-42613D215847}"/>
                  </a:ext>
                </a:extLst>
              </p:cNvPr>
              <p:cNvSpPr/>
              <p:nvPr/>
            </p:nvSpPr>
            <p:spPr>
              <a:xfrm>
                <a:off x="7582992" y="1297069"/>
                <a:ext cx="438449" cy="438449"/>
              </a:xfrm>
              <a:prstGeom prst="rect">
                <a:avLst/>
              </a:prstGeom>
              <a:solidFill>
                <a:srgbClr val="FFFFFF">
                  <a:alpha val="50196"/>
                </a:srgb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400" b="1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思源宋体 CN" panose="02020400000000000000" pitchFamily="18" charset="-122"/>
                    <a:ea typeface="思源宋体 CN" panose="02020400000000000000" pitchFamily="18" charset="-122"/>
                  </a:rPr>
                  <a:t>开</a:t>
                </a:r>
              </a:p>
            </p:txBody>
          </p:sp>
          <p:sp>
            <p:nvSpPr>
              <p:cNvPr id="63" name="矩形 62">
                <a:extLst>
                  <a:ext uri="{FF2B5EF4-FFF2-40B4-BE49-F238E27FC236}">
                    <a16:creationId xmlns:a16="http://schemas.microsoft.com/office/drawing/2014/main" id="{7CBE9744-246D-5CF5-B299-206AD0FA737F}"/>
                  </a:ext>
                </a:extLst>
              </p:cNvPr>
              <p:cNvSpPr/>
              <p:nvPr/>
            </p:nvSpPr>
            <p:spPr>
              <a:xfrm>
                <a:off x="8060770" y="1297069"/>
                <a:ext cx="438449" cy="438449"/>
              </a:xfrm>
              <a:prstGeom prst="rect">
                <a:avLst/>
              </a:prstGeom>
              <a:solidFill>
                <a:srgbClr val="FFFFFF">
                  <a:alpha val="50196"/>
                </a:srgb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400" b="1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思源宋体 CN" panose="02020400000000000000" pitchFamily="18" charset="-122"/>
                    <a:ea typeface="思源宋体 CN" panose="02020400000000000000" pitchFamily="18" charset="-122"/>
                  </a:rPr>
                  <a:t>府</a:t>
                </a:r>
              </a:p>
            </p:txBody>
          </p:sp>
        </p:grpSp>
        <p:grpSp>
          <p:nvGrpSpPr>
            <p:cNvPr id="52" name="组合 51">
              <a:extLst>
                <a:ext uri="{FF2B5EF4-FFF2-40B4-BE49-F238E27FC236}">
                  <a16:creationId xmlns:a16="http://schemas.microsoft.com/office/drawing/2014/main" id="{99E9A7A7-0516-2F38-7191-48F066E68F87}"/>
                </a:ext>
              </a:extLst>
            </p:cNvPr>
            <p:cNvGrpSpPr/>
            <p:nvPr/>
          </p:nvGrpSpPr>
          <p:grpSpPr>
            <a:xfrm>
              <a:off x="6454674" y="2660480"/>
              <a:ext cx="2349561" cy="438449"/>
              <a:chOff x="6149658" y="2070559"/>
              <a:chExt cx="2349561" cy="438449"/>
            </a:xfrm>
          </p:grpSpPr>
          <p:sp>
            <p:nvSpPr>
              <p:cNvPr id="54" name="矩形 53">
                <a:extLst>
                  <a:ext uri="{FF2B5EF4-FFF2-40B4-BE49-F238E27FC236}">
                    <a16:creationId xmlns:a16="http://schemas.microsoft.com/office/drawing/2014/main" id="{C383D142-0E8F-BE4B-7E21-0708544BE497}"/>
                  </a:ext>
                </a:extLst>
              </p:cNvPr>
              <p:cNvSpPr/>
              <p:nvPr/>
            </p:nvSpPr>
            <p:spPr>
              <a:xfrm>
                <a:off x="6149658" y="2070559"/>
                <a:ext cx="438449" cy="438449"/>
              </a:xfrm>
              <a:prstGeom prst="rect">
                <a:avLst/>
              </a:prstGeom>
              <a:solidFill>
                <a:srgbClr val="FFFFFF">
                  <a:alpha val="50196"/>
                </a:srgb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400" b="1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思源宋体 CN" panose="02020400000000000000" pitchFamily="18" charset="-122"/>
                    <a:ea typeface="思源宋体 CN" panose="02020400000000000000" pitchFamily="18" charset="-122"/>
                  </a:rPr>
                  <a:t>俊</a:t>
                </a:r>
              </a:p>
            </p:txBody>
          </p:sp>
          <p:sp>
            <p:nvSpPr>
              <p:cNvPr id="55" name="矩形 54">
                <a:extLst>
                  <a:ext uri="{FF2B5EF4-FFF2-40B4-BE49-F238E27FC236}">
                    <a16:creationId xmlns:a16="http://schemas.microsoft.com/office/drawing/2014/main" id="{8833C9A8-FD0F-579D-3677-056C32FA53C3}"/>
                  </a:ext>
                </a:extLst>
              </p:cNvPr>
              <p:cNvSpPr/>
              <p:nvPr/>
            </p:nvSpPr>
            <p:spPr>
              <a:xfrm>
                <a:off x="6627436" y="2070559"/>
                <a:ext cx="438449" cy="438449"/>
              </a:xfrm>
              <a:prstGeom prst="rect">
                <a:avLst/>
              </a:prstGeom>
              <a:solidFill>
                <a:srgbClr val="FFFFFF">
                  <a:alpha val="50196"/>
                </a:srgb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400" b="1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思源宋体 CN" panose="02020400000000000000" pitchFamily="18" charset="-122"/>
                    <a:ea typeface="思源宋体 CN" panose="02020400000000000000" pitchFamily="18" charset="-122"/>
                  </a:rPr>
                  <a:t>逸</a:t>
                </a:r>
              </a:p>
            </p:txBody>
          </p:sp>
          <p:sp>
            <p:nvSpPr>
              <p:cNvPr id="56" name="矩形 55">
                <a:extLst>
                  <a:ext uri="{FF2B5EF4-FFF2-40B4-BE49-F238E27FC236}">
                    <a16:creationId xmlns:a16="http://schemas.microsoft.com/office/drawing/2014/main" id="{12DE5F5E-146B-3DAB-3AF4-9B27CC475263}"/>
                  </a:ext>
                </a:extLst>
              </p:cNvPr>
              <p:cNvSpPr/>
              <p:nvPr/>
            </p:nvSpPr>
            <p:spPr>
              <a:xfrm>
                <a:off x="7105214" y="2070559"/>
                <a:ext cx="438449" cy="438449"/>
              </a:xfrm>
              <a:prstGeom prst="rect">
                <a:avLst/>
              </a:prstGeom>
              <a:solidFill>
                <a:srgbClr val="FFFFFF">
                  <a:alpha val="50196"/>
                </a:srgb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400" b="1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思源宋体 CN" panose="02020400000000000000" pitchFamily="18" charset="-122"/>
                    <a:ea typeface="思源宋体 CN" panose="02020400000000000000" pitchFamily="18" charset="-122"/>
                  </a:rPr>
                  <a:t>鲍</a:t>
                </a:r>
              </a:p>
            </p:txBody>
          </p:sp>
          <p:sp>
            <p:nvSpPr>
              <p:cNvPr id="57" name="矩形 56">
                <a:extLst>
                  <a:ext uri="{FF2B5EF4-FFF2-40B4-BE49-F238E27FC236}">
                    <a16:creationId xmlns:a16="http://schemas.microsoft.com/office/drawing/2014/main" id="{60372DEC-3D69-FE30-634A-DD208C434812}"/>
                  </a:ext>
                </a:extLst>
              </p:cNvPr>
              <p:cNvSpPr/>
              <p:nvPr/>
            </p:nvSpPr>
            <p:spPr>
              <a:xfrm>
                <a:off x="7582992" y="2070559"/>
                <a:ext cx="438449" cy="438449"/>
              </a:xfrm>
              <a:prstGeom prst="rect">
                <a:avLst/>
              </a:prstGeom>
              <a:solidFill>
                <a:srgbClr val="FFFFFF">
                  <a:alpha val="50196"/>
                </a:srgb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400" b="1">
                    <a:solidFill>
                      <a:schemeClr val="tx1"/>
                    </a:solidFill>
                    <a:latin typeface="思源宋体 CN" panose="02020400000000000000" pitchFamily="18" charset="-122"/>
                    <a:ea typeface="思源宋体 CN" panose="02020400000000000000" pitchFamily="18" charset="-122"/>
                  </a:rPr>
                  <a:t>参</a:t>
                </a:r>
              </a:p>
            </p:txBody>
          </p:sp>
          <p:sp>
            <p:nvSpPr>
              <p:cNvPr id="58" name="矩形 57">
                <a:extLst>
                  <a:ext uri="{FF2B5EF4-FFF2-40B4-BE49-F238E27FC236}">
                    <a16:creationId xmlns:a16="http://schemas.microsoft.com/office/drawing/2014/main" id="{E9EACCFF-D7CB-754F-09CF-B70707E4E375}"/>
                  </a:ext>
                </a:extLst>
              </p:cNvPr>
              <p:cNvSpPr/>
              <p:nvPr/>
            </p:nvSpPr>
            <p:spPr>
              <a:xfrm>
                <a:off x="8060770" y="2070559"/>
                <a:ext cx="438449" cy="438449"/>
              </a:xfrm>
              <a:prstGeom prst="rect">
                <a:avLst/>
              </a:prstGeom>
              <a:solidFill>
                <a:srgbClr val="FFFFFF">
                  <a:alpha val="50196"/>
                </a:srgb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400" b="1">
                    <a:solidFill>
                      <a:schemeClr val="tx1"/>
                    </a:solidFill>
                    <a:latin typeface="思源宋体 CN" panose="02020400000000000000" pitchFamily="18" charset="-122"/>
                    <a:ea typeface="思源宋体 CN" panose="02020400000000000000" pitchFamily="18" charset="-122"/>
                  </a:rPr>
                  <a:t>军</a:t>
                </a:r>
              </a:p>
            </p:txBody>
          </p:sp>
        </p:grp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11508571-B8C9-FB8B-8163-28DCCCF9060D}"/>
                </a:ext>
              </a:extLst>
            </p:cNvPr>
            <p:cNvSpPr txBox="1"/>
            <p:nvPr/>
          </p:nvSpPr>
          <p:spPr>
            <a:xfrm>
              <a:off x="6021171" y="5269288"/>
              <a:ext cx="319943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>
                  <a:latin typeface="思源宋体 CN" panose="02020400000000000000" pitchFamily="18" charset="-122"/>
                  <a:ea typeface="思源宋体 CN" panose="02020400000000000000" pitchFamily="18" charset="-122"/>
                </a:rPr>
                <a:t>出自</a:t>
              </a:r>
              <a:r>
                <a:rPr lang="en-US" altLang="zh-CN" sz="2800" b="1">
                  <a:latin typeface="思源宋体 CN" panose="02020400000000000000" pitchFamily="18" charset="-122"/>
                  <a:ea typeface="思源宋体 CN" panose="02020400000000000000" pitchFamily="18" charset="-122"/>
                </a:rPr>
                <a:t>《</a:t>
              </a:r>
              <a:r>
                <a:rPr lang="zh-CN" altLang="en-US" sz="2800" b="1">
                  <a:solidFill>
                    <a:srgbClr val="FF0000"/>
                  </a:solidFill>
                  <a:latin typeface="思源宋体 CN" panose="02020400000000000000" pitchFamily="18" charset="-122"/>
                  <a:ea typeface="思源宋体 CN" panose="02020400000000000000" pitchFamily="18" charset="-122"/>
                </a:rPr>
                <a:t>春日忆李白</a:t>
              </a:r>
              <a:r>
                <a:rPr lang="en-US" altLang="zh-CN" sz="2800" b="1">
                  <a:latin typeface="思源宋体 CN" panose="02020400000000000000" pitchFamily="18" charset="-122"/>
                  <a:ea typeface="思源宋体 CN" panose="02020400000000000000" pitchFamily="18" charset="-122"/>
                </a:rPr>
                <a:t>》</a:t>
              </a:r>
              <a:endParaRPr lang="zh-CN" altLang="en-US" sz="2800" b="1">
                <a:latin typeface="思源宋体 CN" panose="02020400000000000000" pitchFamily="18" charset="-122"/>
                <a:ea typeface="思源宋体 CN" panose="02020400000000000000" pitchFamily="18" charset="-122"/>
              </a:endParaRPr>
            </a:p>
          </p:txBody>
        </p: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685C03D1-5C84-A8D6-98C6-38217C3D1541}"/>
                </a:ext>
              </a:extLst>
            </p:cNvPr>
            <p:cNvSpPr txBox="1"/>
            <p:nvPr/>
          </p:nvSpPr>
          <p:spPr>
            <a:xfrm>
              <a:off x="6997076" y="91257"/>
              <a:ext cx="2538401" cy="9877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lnSpc>
                  <a:spcPct val="120000"/>
                </a:lnSpc>
              </a:pPr>
              <a:r>
                <a:rPr lang="zh-CN" altLang="en-US" sz="3200" b="1">
                  <a:latin typeface="思源宋体 CN" panose="02020400000000000000" pitchFamily="18" charset="-122"/>
                  <a:ea typeface="思源宋体 CN" panose="02020400000000000000" pitchFamily="18" charset="-122"/>
                </a:rPr>
                <a:t>观星思人</a:t>
              </a:r>
              <a:endParaRPr lang="en-US" altLang="zh-CN" sz="3200" b="1">
                <a:latin typeface="思源宋体 CN" panose="02020400000000000000" pitchFamily="18" charset="-122"/>
                <a:ea typeface="思源宋体 CN" panose="02020400000000000000" pitchFamily="18" charset="-122"/>
              </a:endParaRPr>
            </a:p>
            <a:p>
              <a:pPr algn="r">
                <a:lnSpc>
                  <a:spcPct val="120000"/>
                </a:lnSpc>
              </a:pPr>
              <a:r>
                <a:rPr lang="en-US" altLang="zh-CN">
                  <a:latin typeface="思源宋体 CN" panose="02020400000000000000" pitchFamily="18" charset="-122"/>
                  <a:ea typeface="思源宋体 CN" panose="02020400000000000000" pitchFamily="18" charset="-122"/>
                </a:rPr>
                <a:t>by Zeta-Xi-Upsilon</a:t>
              </a:r>
              <a:endParaRPr lang="zh-CN" altLang="en-US">
                <a:latin typeface="思源宋体 CN" panose="02020400000000000000" pitchFamily="18" charset="-122"/>
                <a:ea typeface="思源宋体 CN" panose="02020400000000000000" pitchFamily="18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846934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</TotalTime>
  <Words>85</Words>
  <Application>Microsoft Office PowerPoint</Application>
  <PresentationFormat>宽屏</PresentationFormat>
  <Paragraphs>66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7" baseType="lpstr">
      <vt:lpstr>等线</vt:lpstr>
      <vt:lpstr>等线 Light</vt:lpstr>
      <vt:lpstr>思源宋体 CN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Zheng, Xinyi</dc:creator>
  <cp:lastModifiedBy>XY Zheng</cp:lastModifiedBy>
  <cp:revision>3</cp:revision>
  <dcterms:created xsi:type="dcterms:W3CDTF">2025-12-29T12:22:45Z</dcterms:created>
  <dcterms:modified xsi:type="dcterms:W3CDTF">2026-06-29T10:16:28Z</dcterms:modified>
</cp:coreProperties>
</file>