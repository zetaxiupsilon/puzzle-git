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68BC"/>
    <a:srgbClr val="6D91D1"/>
    <a:srgbClr val="5982CB"/>
    <a:srgbClr val="4472C4"/>
    <a:srgbClr val="3C6A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0456B-A62C-4E6B-AD1B-F1E781251500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84BE-D0E4-480D-A5F2-06FAF45B76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045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0456B-A62C-4E6B-AD1B-F1E781251500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84BE-D0E4-480D-A5F2-06FAF45B76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003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0456B-A62C-4E6B-AD1B-F1E781251500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84BE-D0E4-480D-A5F2-06FAF45B76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626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0456B-A62C-4E6B-AD1B-F1E781251500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84BE-D0E4-480D-A5F2-06FAF45B76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9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0456B-A62C-4E6B-AD1B-F1E781251500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84BE-D0E4-480D-A5F2-06FAF45B76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985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0456B-A62C-4E6B-AD1B-F1E781251500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84BE-D0E4-480D-A5F2-06FAF45B76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337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0456B-A62C-4E6B-AD1B-F1E781251500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84BE-D0E4-480D-A5F2-06FAF45B76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923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0456B-A62C-4E6B-AD1B-F1E781251500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84BE-D0E4-480D-A5F2-06FAF45B76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587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0456B-A62C-4E6B-AD1B-F1E781251500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84BE-D0E4-480D-A5F2-06FAF45B76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52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0456B-A62C-4E6B-AD1B-F1E781251500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84BE-D0E4-480D-A5F2-06FAF45B76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437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0456B-A62C-4E6B-AD1B-F1E781251500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84BE-D0E4-480D-A5F2-06FAF45B76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8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0456B-A62C-4E6B-AD1B-F1E781251500}" type="datetimeFigureOut">
              <a:rPr lang="zh-CN" altLang="en-US" smtClean="0"/>
              <a:t>2025/7/11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B84BE-D0E4-480D-A5F2-06FAF45B76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16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18D19-C763-09D2-187F-D501B7F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C5E1BB53-1C1B-2CAB-9443-BB33E384D318}"/>
              </a:ext>
            </a:extLst>
          </p:cNvPr>
          <p:cNvGrpSpPr/>
          <p:nvPr/>
        </p:nvGrpSpPr>
        <p:grpSpPr>
          <a:xfrm>
            <a:off x="3144128" y="0"/>
            <a:ext cx="5334834" cy="6858000"/>
            <a:chOff x="3144128" y="0"/>
            <a:chExt cx="5334834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88A68D9-9A06-C352-58E8-804C5F015596}"/>
                </a:ext>
              </a:extLst>
            </p:cNvPr>
            <p:cNvSpPr/>
            <p:nvPr/>
          </p:nvSpPr>
          <p:spPr>
            <a:xfrm>
              <a:off x="3158876" y="0"/>
              <a:ext cx="5306698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4FBFC89C-93C7-69F0-9B16-AC2115D6305D}"/>
                </a:ext>
              </a:extLst>
            </p:cNvPr>
            <p:cNvGrpSpPr/>
            <p:nvPr/>
          </p:nvGrpSpPr>
          <p:grpSpPr>
            <a:xfrm>
              <a:off x="3442266" y="2871103"/>
              <a:ext cx="4749750" cy="604698"/>
              <a:chOff x="3499435" y="2654705"/>
              <a:chExt cx="5174396" cy="658760"/>
            </a:xfrm>
          </p:grpSpPr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C46D1448-4FC0-20FB-8FB5-B2FA29EFD945}"/>
                  </a:ext>
                </a:extLst>
              </p:cNvPr>
              <p:cNvSpPr/>
              <p:nvPr/>
            </p:nvSpPr>
            <p:spPr>
              <a:xfrm>
                <a:off x="3499435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7C88AEF3-30B2-80EB-DCB9-58D8B4153BE0}"/>
                  </a:ext>
                </a:extLst>
              </p:cNvPr>
              <p:cNvSpPr/>
              <p:nvPr/>
            </p:nvSpPr>
            <p:spPr>
              <a:xfrm>
                <a:off x="4251688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★</a:t>
                </a:r>
              </a:p>
            </p:txBody>
          </p:sp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3257860-FDD7-7EA7-1A0C-EFC04B3D7677}"/>
                  </a:ext>
                </a:extLst>
              </p:cNvPr>
              <p:cNvSpPr/>
              <p:nvPr/>
            </p:nvSpPr>
            <p:spPr>
              <a:xfrm>
                <a:off x="5003941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1536002F-90BE-4B49-1F7C-CC3A00519A7D}"/>
                  </a:ext>
                </a:extLst>
              </p:cNvPr>
              <p:cNvSpPr/>
              <p:nvPr/>
            </p:nvSpPr>
            <p:spPr>
              <a:xfrm>
                <a:off x="5756194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FE1DF178-80DA-CC4E-5B7C-F44E702D6A00}"/>
                  </a:ext>
                </a:extLst>
              </p:cNvPr>
              <p:cNvSpPr/>
              <p:nvPr/>
            </p:nvSpPr>
            <p:spPr>
              <a:xfrm>
                <a:off x="6508447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C896B15B-1C4A-8688-B218-CCBD2FD13B64}"/>
                  </a:ext>
                </a:extLst>
              </p:cNvPr>
              <p:cNvSpPr/>
              <p:nvPr/>
            </p:nvSpPr>
            <p:spPr>
              <a:xfrm>
                <a:off x="7260700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C4C8A06C-97FE-916B-8F3D-4629CEC51D9C}"/>
                  </a:ext>
                </a:extLst>
              </p:cNvPr>
              <p:cNvSpPr/>
              <p:nvPr/>
            </p:nvSpPr>
            <p:spPr>
              <a:xfrm>
                <a:off x="8012953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</p:grp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C89A741A-3BE3-A1A6-ECB7-9106D555C0CB}"/>
                </a:ext>
              </a:extLst>
            </p:cNvPr>
            <p:cNvGrpSpPr/>
            <p:nvPr/>
          </p:nvGrpSpPr>
          <p:grpSpPr>
            <a:xfrm>
              <a:off x="3450738" y="1406854"/>
              <a:ext cx="4749750" cy="604698"/>
              <a:chOff x="3499435" y="2654705"/>
              <a:chExt cx="5174396" cy="658760"/>
            </a:xfrm>
          </p:grpSpPr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C4AF8566-3179-6F10-BCCB-2C8C5879C6B8}"/>
                  </a:ext>
                </a:extLst>
              </p:cNvPr>
              <p:cNvSpPr/>
              <p:nvPr/>
            </p:nvSpPr>
            <p:spPr>
              <a:xfrm>
                <a:off x="3499435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59F3AFBD-A414-51CF-D604-2AFC73B0CC0C}"/>
                  </a:ext>
                </a:extLst>
              </p:cNvPr>
              <p:cNvSpPr/>
              <p:nvPr/>
            </p:nvSpPr>
            <p:spPr>
              <a:xfrm>
                <a:off x="4251688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A234C1AA-A6C9-B766-40CB-DFB449721EA0}"/>
                  </a:ext>
                </a:extLst>
              </p:cNvPr>
              <p:cNvSpPr/>
              <p:nvPr/>
            </p:nvSpPr>
            <p:spPr>
              <a:xfrm>
                <a:off x="5003941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2B6716B8-6573-A549-A0AC-FB4A239629DB}"/>
                  </a:ext>
                </a:extLst>
              </p:cNvPr>
              <p:cNvSpPr/>
              <p:nvPr/>
            </p:nvSpPr>
            <p:spPr>
              <a:xfrm>
                <a:off x="5756194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D1C94F77-C9E0-6442-16C8-B0883B5BABAE}"/>
                  </a:ext>
                </a:extLst>
              </p:cNvPr>
              <p:cNvSpPr/>
              <p:nvPr/>
            </p:nvSpPr>
            <p:spPr>
              <a:xfrm>
                <a:off x="6508447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362F1091-2D18-23BE-00A5-0C2A14643D7E}"/>
                  </a:ext>
                </a:extLst>
              </p:cNvPr>
              <p:cNvSpPr/>
              <p:nvPr/>
            </p:nvSpPr>
            <p:spPr>
              <a:xfrm>
                <a:off x="7260700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7DC416A6-29F6-5029-2325-C4CEF8F82A02}"/>
                  </a:ext>
                </a:extLst>
              </p:cNvPr>
              <p:cNvSpPr/>
              <p:nvPr/>
            </p:nvSpPr>
            <p:spPr>
              <a:xfrm>
                <a:off x="8012953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</p:grp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9589EB82-6D20-B4FD-F648-4E1EB20D25F7}"/>
                </a:ext>
              </a:extLst>
            </p:cNvPr>
            <p:cNvGrpSpPr/>
            <p:nvPr/>
          </p:nvGrpSpPr>
          <p:grpSpPr>
            <a:xfrm>
              <a:off x="5908615" y="3604227"/>
              <a:ext cx="1215031" cy="381807"/>
              <a:chOff x="9096752" y="4872518"/>
              <a:chExt cx="1114641" cy="350261"/>
            </a:xfrm>
            <a:solidFill>
              <a:srgbClr val="6D91D1"/>
            </a:solidFill>
          </p:grpSpPr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B29994D6-582E-56B3-40D1-44DE8CC43A30}"/>
                  </a:ext>
                </a:extLst>
              </p:cNvPr>
              <p:cNvSpPr/>
              <p:nvPr/>
            </p:nvSpPr>
            <p:spPr>
              <a:xfrm>
                <a:off x="9096752" y="4872518"/>
                <a:ext cx="350261" cy="35026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FBF16DB2-96A3-B05D-2D18-53472EA49B35}"/>
                  </a:ext>
                </a:extLst>
              </p:cNvPr>
              <p:cNvSpPr/>
              <p:nvPr/>
            </p:nvSpPr>
            <p:spPr>
              <a:xfrm>
                <a:off x="9482642" y="4872518"/>
                <a:ext cx="350261" cy="35026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1</a:t>
                </a:r>
                <a:endParaRPr lang="zh-CN" altLang="en-US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5B451706-E3D0-05B8-F1F3-02EB666546D7}"/>
                  </a:ext>
                </a:extLst>
              </p:cNvPr>
              <p:cNvSpPr/>
              <p:nvPr/>
            </p:nvSpPr>
            <p:spPr>
              <a:xfrm>
                <a:off x="9861132" y="4872518"/>
                <a:ext cx="350261" cy="35026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2</a:t>
                </a:r>
                <a:endParaRPr lang="zh-CN" altLang="en-US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</p:grp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B7A45FFF-12D3-1379-744E-490D5C83136A}"/>
                </a:ext>
              </a:extLst>
            </p:cNvPr>
            <p:cNvSpPr txBox="1"/>
            <p:nvPr/>
          </p:nvSpPr>
          <p:spPr>
            <a:xfrm rot="5400000">
              <a:off x="5358895" y="1976583"/>
              <a:ext cx="87716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5400" b="1">
                  <a:solidFill>
                    <a:schemeClr val="accent1">
                      <a:lumMod val="50000"/>
                    </a:schemeClr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…</a:t>
              </a:r>
              <a:endParaRPr lang="zh-CN" altLang="en-US" sz="5400" b="1">
                <a:solidFill>
                  <a:schemeClr val="accent1">
                    <a:lumMod val="50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F18DB4B3-F80C-0AF4-BB0A-AF452BCD2099}"/>
                </a:ext>
              </a:extLst>
            </p:cNvPr>
            <p:cNvGrpSpPr/>
            <p:nvPr/>
          </p:nvGrpSpPr>
          <p:grpSpPr>
            <a:xfrm>
              <a:off x="3172264" y="4184162"/>
              <a:ext cx="5306698" cy="468000"/>
              <a:chOff x="3172264" y="3820377"/>
              <a:chExt cx="5306698" cy="468000"/>
            </a:xfrm>
          </p:grpSpPr>
          <p:grpSp>
            <p:nvGrpSpPr>
              <p:cNvPr id="115" name="组合 114">
                <a:extLst>
                  <a:ext uri="{FF2B5EF4-FFF2-40B4-BE49-F238E27FC236}">
                    <a16:creationId xmlns:a16="http://schemas.microsoft.com/office/drawing/2014/main" id="{100D81D8-3257-16CE-EC3B-1A645974AA11}"/>
                  </a:ext>
                </a:extLst>
              </p:cNvPr>
              <p:cNvGrpSpPr/>
              <p:nvPr/>
            </p:nvGrpSpPr>
            <p:grpSpPr>
              <a:xfrm>
                <a:off x="3450738" y="3820377"/>
                <a:ext cx="4749750" cy="468000"/>
                <a:chOff x="3499435" y="2654705"/>
                <a:chExt cx="5174396" cy="658760"/>
              </a:xfrm>
            </p:grpSpPr>
            <p:sp>
              <p:nvSpPr>
                <p:cNvPr id="116" name="矩形 115">
                  <a:extLst>
                    <a:ext uri="{FF2B5EF4-FFF2-40B4-BE49-F238E27FC236}">
                      <a16:creationId xmlns:a16="http://schemas.microsoft.com/office/drawing/2014/main" id="{A88DE577-10FE-A58D-C442-10AF1AFB58CB}"/>
                    </a:ext>
                  </a:extLst>
                </p:cNvPr>
                <p:cNvSpPr/>
                <p:nvPr/>
              </p:nvSpPr>
              <p:spPr>
                <a:xfrm>
                  <a:off x="3499435" y="2654705"/>
                  <a:ext cx="660878" cy="6587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17" name="矩形 116">
                  <a:extLst>
                    <a:ext uri="{FF2B5EF4-FFF2-40B4-BE49-F238E27FC236}">
                      <a16:creationId xmlns:a16="http://schemas.microsoft.com/office/drawing/2014/main" id="{8876ED69-84B9-05B8-763D-7764183C7E7C}"/>
                    </a:ext>
                  </a:extLst>
                </p:cNvPr>
                <p:cNvSpPr/>
                <p:nvPr/>
              </p:nvSpPr>
              <p:spPr>
                <a:xfrm>
                  <a:off x="4251688" y="2654705"/>
                  <a:ext cx="660878" cy="6587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18" name="矩形 117">
                  <a:extLst>
                    <a:ext uri="{FF2B5EF4-FFF2-40B4-BE49-F238E27FC236}">
                      <a16:creationId xmlns:a16="http://schemas.microsoft.com/office/drawing/2014/main" id="{D6A3AE52-527B-0801-F51B-4BA7FCE3C29B}"/>
                    </a:ext>
                  </a:extLst>
                </p:cNvPr>
                <p:cNvSpPr/>
                <p:nvPr/>
              </p:nvSpPr>
              <p:spPr>
                <a:xfrm>
                  <a:off x="5003941" y="2654705"/>
                  <a:ext cx="660878" cy="6587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19" name="矩形 118">
                  <a:extLst>
                    <a:ext uri="{FF2B5EF4-FFF2-40B4-BE49-F238E27FC236}">
                      <a16:creationId xmlns:a16="http://schemas.microsoft.com/office/drawing/2014/main" id="{87EA1FE8-4209-FA20-8A41-EB85E346CE76}"/>
                    </a:ext>
                  </a:extLst>
                </p:cNvPr>
                <p:cNvSpPr/>
                <p:nvPr/>
              </p:nvSpPr>
              <p:spPr>
                <a:xfrm>
                  <a:off x="5756194" y="2654705"/>
                  <a:ext cx="660878" cy="6587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20" name="矩形 119">
                  <a:extLst>
                    <a:ext uri="{FF2B5EF4-FFF2-40B4-BE49-F238E27FC236}">
                      <a16:creationId xmlns:a16="http://schemas.microsoft.com/office/drawing/2014/main" id="{5CB2235E-EE38-172F-E20C-8B4741B5DC4C}"/>
                    </a:ext>
                  </a:extLst>
                </p:cNvPr>
                <p:cNvSpPr/>
                <p:nvPr/>
              </p:nvSpPr>
              <p:spPr>
                <a:xfrm>
                  <a:off x="6508447" y="2654705"/>
                  <a:ext cx="660878" cy="6587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21" name="矩形 120">
                  <a:extLst>
                    <a:ext uri="{FF2B5EF4-FFF2-40B4-BE49-F238E27FC236}">
                      <a16:creationId xmlns:a16="http://schemas.microsoft.com/office/drawing/2014/main" id="{6AD1F5D0-A580-DFC8-22FC-D6923B088E6D}"/>
                    </a:ext>
                  </a:extLst>
                </p:cNvPr>
                <p:cNvSpPr/>
                <p:nvPr/>
              </p:nvSpPr>
              <p:spPr>
                <a:xfrm>
                  <a:off x="7260700" y="2654705"/>
                  <a:ext cx="660878" cy="6587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22" name="矩形 121">
                  <a:extLst>
                    <a:ext uri="{FF2B5EF4-FFF2-40B4-BE49-F238E27FC236}">
                      <a16:creationId xmlns:a16="http://schemas.microsoft.com/office/drawing/2014/main" id="{9EDA862D-3258-301D-0F63-9F868B7D0DB2}"/>
                    </a:ext>
                  </a:extLst>
                </p:cNvPr>
                <p:cNvSpPr/>
                <p:nvPr/>
              </p:nvSpPr>
              <p:spPr>
                <a:xfrm>
                  <a:off x="8012953" y="2654705"/>
                  <a:ext cx="660878" cy="6587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</p:grpSp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F26179D3-4F68-0DCB-DE73-D2BF10915390}"/>
                  </a:ext>
                </a:extLst>
              </p:cNvPr>
              <p:cNvSpPr/>
              <p:nvPr/>
            </p:nvSpPr>
            <p:spPr>
              <a:xfrm>
                <a:off x="3172264" y="3820377"/>
                <a:ext cx="5306698" cy="46800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  <a:alpha val="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8" name="组合 167">
              <a:extLst>
                <a:ext uri="{FF2B5EF4-FFF2-40B4-BE49-F238E27FC236}">
                  <a16:creationId xmlns:a16="http://schemas.microsoft.com/office/drawing/2014/main" id="{DFE1B123-D157-1909-9C07-CAB5CDEC00CB}"/>
                </a:ext>
              </a:extLst>
            </p:cNvPr>
            <p:cNvGrpSpPr/>
            <p:nvPr/>
          </p:nvGrpSpPr>
          <p:grpSpPr>
            <a:xfrm>
              <a:off x="3144128" y="239312"/>
              <a:ext cx="5306698" cy="468000"/>
              <a:chOff x="3144128" y="111495"/>
              <a:chExt cx="5306698" cy="468000"/>
            </a:xfrm>
          </p:grpSpPr>
          <p:grpSp>
            <p:nvGrpSpPr>
              <p:cNvPr id="131" name="组合 130">
                <a:extLst>
                  <a:ext uri="{FF2B5EF4-FFF2-40B4-BE49-F238E27FC236}">
                    <a16:creationId xmlns:a16="http://schemas.microsoft.com/office/drawing/2014/main" id="{37F0FA89-6B0B-1A49-9949-19A7D867C62A}"/>
                  </a:ext>
                </a:extLst>
              </p:cNvPr>
              <p:cNvGrpSpPr/>
              <p:nvPr/>
            </p:nvGrpSpPr>
            <p:grpSpPr>
              <a:xfrm>
                <a:off x="3450738" y="138676"/>
                <a:ext cx="4749750" cy="432000"/>
                <a:chOff x="3499435" y="2654705"/>
                <a:chExt cx="5174396" cy="658760"/>
              </a:xfrm>
              <a:solidFill>
                <a:schemeClr val="accent1">
                  <a:lumMod val="60000"/>
                  <a:lumOff val="40000"/>
                </a:schemeClr>
              </a:solidFill>
            </p:grpSpPr>
            <p:sp>
              <p:nvSpPr>
                <p:cNvPr id="132" name="矩形 131">
                  <a:extLst>
                    <a:ext uri="{FF2B5EF4-FFF2-40B4-BE49-F238E27FC236}">
                      <a16:creationId xmlns:a16="http://schemas.microsoft.com/office/drawing/2014/main" id="{4BA14AE4-43D2-5D15-20B9-7A02AFEECAA3}"/>
                    </a:ext>
                  </a:extLst>
                </p:cNvPr>
                <p:cNvSpPr/>
                <p:nvPr/>
              </p:nvSpPr>
              <p:spPr>
                <a:xfrm>
                  <a:off x="3499435" y="2654705"/>
                  <a:ext cx="660878" cy="6587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33" name="矩形 132">
                  <a:extLst>
                    <a:ext uri="{FF2B5EF4-FFF2-40B4-BE49-F238E27FC236}">
                      <a16:creationId xmlns:a16="http://schemas.microsoft.com/office/drawing/2014/main" id="{2237395F-38BD-1DA3-ADDE-946E3C5E1781}"/>
                    </a:ext>
                  </a:extLst>
                </p:cNvPr>
                <p:cNvSpPr/>
                <p:nvPr/>
              </p:nvSpPr>
              <p:spPr>
                <a:xfrm>
                  <a:off x="4251688" y="2654705"/>
                  <a:ext cx="660878" cy="6587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34" name="矩形 133">
                  <a:extLst>
                    <a:ext uri="{FF2B5EF4-FFF2-40B4-BE49-F238E27FC236}">
                      <a16:creationId xmlns:a16="http://schemas.microsoft.com/office/drawing/2014/main" id="{6E80DBC8-0426-D35F-D2C8-87021E8FCD5D}"/>
                    </a:ext>
                  </a:extLst>
                </p:cNvPr>
                <p:cNvSpPr/>
                <p:nvPr/>
              </p:nvSpPr>
              <p:spPr>
                <a:xfrm>
                  <a:off x="5003941" y="2654705"/>
                  <a:ext cx="660878" cy="6587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35" name="矩形 134">
                  <a:extLst>
                    <a:ext uri="{FF2B5EF4-FFF2-40B4-BE49-F238E27FC236}">
                      <a16:creationId xmlns:a16="http://schemas.microsoft.com/office/drawing/2014/main" id="{305243FF-57BB-4FD6-1AF3-8073522675DC}"/>
                    </a:ext>
                  </a:extLst>
                </p:cNvPr>
                <p:cNvSpPr/>
                <p:nvPr/>
              </p:nvSpPr>
              <p:spPr>
                <a:xfrm>
                  <a:off x="5756194" y="2654705"/>
                  <a:ext cx="660878" cy="6587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36" name="矩形 135">
                  <a:extLst>
                    <a:ext uri="{FF2B5EF4-FFF2-40B4-BE49-F238E27FC236}">
                      <a16:creationId xmlns:a16="http://schemas.microsoft.com/office/drawing/2014/main" id="{60B31CBA-FF83-2195-8311-CB9BE415BAA3}"/>
                    </a:ext>
                  </a:extLst>
                </p:cNvPr>
                <p:cNvSpPr/>
                <p:nvPr/>
              </p:nvSpPr>
              <p:spPr>
                <a:xfrm>
                  <a:off x="6508447" y="2654705"/>
                  <a:ext cx="660878" cy="6587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37" name="矩形 136">
                  <a:extLst>
                    <a:ext uri="{FF2B5EF4-FFF2-40B4-BE49-F238E27FC236}">
                      <a16:creationId xmlns:a16="http://schemas.microsoft.com/office/drawing/2014/main" id="{D73BC10E-96D0-428C-BB06-561DD25FE6A4}"/>
                    </a:ext>
                  </a:extLst>
                </p:cNvPr>
                <p:cNvSpPr/>
                <p:nvPr/>
              </p:nvSpPr>
              <p:spPr>
                <a:xfrm>
                  <a:off x="7260700" y="2654705"/>
                  <a:ext cx="660878" cy="6587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38" name="矩形 137">
                  <a:extLst>
                    <a:ext uri="{FF2B5EF4-FFF2-40B4-BE49-F238E27FC236}">
                      <a16:creationId xmlns:a16="http://schemas.microsoft.com/office/drawing/2014/main" id="{BD63CFAA-37CA-DB7C-C202-9EAB699EF523}"/>
                    </a:ext>
                  </a:extLst>
                </p:cNvPr>
                <p:cNvSpPr/>
                <p:nvPr/>
              </p:nvSpPr>
              <p:spPr>
                <a:xfrm>
                  <a:off x="8012953" y="2654705"/>
                  <a:ext cx="660878" cy="6587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</p:grpSp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DC93A72D-FDDB-5AA5-8EC3-DDF7DB1967D8}"/>
                  </a:ext>
                </a:extLst>
              </p:cNvPr>
              <p:cNvSpPr/>
              <p:nvPr/>
            </p:nvSpPr>
            <p:spPr>
              <a:xfrm>
                <a:off x="3144128" y="111495"/>
                <a:ext cx="5306698" cy="468000"/>
              </a:xfrm>
              <a:prstGeom prst="rect">
                <a:avLst/>
              </a:prstGeom>
              <a:gradFill>
                <a:gsLst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  <a:gs pos="0">
                    <a:schemeClr val="accent1">
                      <a:lumMod val="20000"/>
                      <a:lumOff val="8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394A8C52-480F-C91E-62CA-FCB6CBEF04A2}"/>
                </a:ext>
              </a:extLst>
            </p:cNvPr>
            <p:cNvSpPr/>
            <p:nvPr/>
          </p:nvSpPr>
          <p:spPr>
            <a:xfrm>
              <a:off x="3437350" y="5350253"/>
              <a:ext cx="4741278" cy="1286524"/>
            </a:xfrm>
            <a:prstGeom prst="rect">
              <a:avLst/>
            </a:prstGeom>
            <a:noFill/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9C5EBF19-EA15-3350-6B3C-9D6D0A4547A1}"/>
                </a:ext>
              </a:extLst>
            </p:cNvPr>
            <p:cNvSpPr txBox="1"/>
            <p:nvPr/>
          </p:nvSpPr>
          <p:spPr>
            <a:xfrm>
              <a:off x="3350428" y="4953998"/>
              <a:ext cx="13701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ANSWER</a:t>
              </a:r>
              <a:endParaRPr lang="zh-CN" altLang="en-US" sz="2000" b="1"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grpSp>
          <p:nvGrpSpPr>
            <p:cNvPr id="169" name="组合 168">
              <a:extLst>
                <a:ext uri="{FF2B5EF4-FFF2-40B4-BE49-F238E27FC236}">
                  <a16:creationId xmlns:a16="http://schemas.microsoft.com/office/drawing/2014/main" id="{7A6BDB2A-8C52-9131-B179-5C1987591925}"/>
                </a:ext>
              </a:extLst>
            </p:cNvPr>
            <p:cNvGrpSpPr/>
            <p:nvPr/>
          </p:nvGrpSpPr>
          <p:grpSpPr>
            <a:xfrm>
              <a:off x="4737902" y="816907"/>
              <a:ext cx="794386" cy="381807"/>
              <a:chOff x="9482642" y="4872518"/>
              <a:chExt cx="728751" cy="350261"/>
            </a:xfrm>
            <a:solidFill>
              <a:srgbClr val="6D91D1"/>
            </a:solidFill>
          </p:grpSpPr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79C933AB-11F0-6182-4B3B-D817EE9961A4}"/>
                  </a:ext>
                </a:extLst>
              </p:cNvPr>
              <p:cNvSpPr/>
              <p:nvPr/>
            </p:nvSpPr>
            <p:spPr>
              <a:xfrm>
                <a:off x="9482642" y="4872518"/>
                <a:ext cx="350261" cy="35026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1</a:t>
                </a:r>
                <a:endParaRPr lang="zh-CN" altLang="en-US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72" name="矩形 171">
                <a:extLst>
                  <a:ext uri="{FF2B5EF4-FFF2-40B4-BE49-F238E27FC236}">
                    <a16:creationId xmlns:a16="http://schemas.microsoft.com/office/drawing/2014/main" id="{870F6168-32FA-5FEF-FA1A-F8AB7392C6D7}"/>
                  </a:ext>
                </a:extLst>
              </p:cNvPr>
              <p:cNvSpPr/>
              <p:nvPr/>
            </p:nvSpPr>
            <p:spPr>
              <a:xfrm>
                <a:off x="9861132" y="4872518"/>
                <a:ext cx="350261" cy="35026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2</a:t>
                </a:r>
                <a:endParaRPr lang="zh-CN" altLang="en-US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</p:grpSp>
        <p:grpSp>
          <p:nvGrpSpPr>
            <p:cNvPr id="181" name="组合 180">
              <a:extLst>
                <a:ext uri="{FF2B5EF4-FFF2-40B4-BE49-F238E27FC236}">
                  <a16:creationId xmlns:a16="http://schemas.microsoft.com/office/drawing/2014/main" id="{2E867141-D671-D67D-AA56-F46467AD63E4}"/>
                </a:ext>
              </a:extLst>
            </p:cNvPr>
            <p:cNvGrpSpPr/>
            <p:nvPr/>
          </p:nvGrpSpPr>
          <p:grpSpPr>
            <a:xfrm>
              <a:off x="4020850" y="3603761"/>
              <a:ext cx="802452" cy="381808"/>
              <a:chOff x="9964417" y="4444886"/>
              <a:chExt cx="802452" cy="381808"/>
            </a:xfrm>
          </p:grpSpPr>
          <p:grpSp>
            <p:nvGrpSpPr>
              <p:cNvPr id="173" name="组合 172">
                <a:extLst>
                  <a:ext uri="{FF2B5EF4-FFF2-40B4-BE49-F238E27FC236}">
                    <a16:creationId xmlns:a16="http://schemas.microsoft.com/office/drawing/2014/main" id="{F0809657-6C2F-AB20-7C7E-C7EA25E62EAF}"/>
                  </a:ext>
                </a:extLst>
              </p:cNvPr>
              <p:cNvGrpSpPr/>
              <p:nvPr/>
            </p:nvGrpSpPr>
            <p:grpSpPr>
              <a:xfrm>
                <a:off x="9964417" y="4444887"/>
                <a:ext cx="802452" cy="381807"/>
                <a:chOff x="9096752" y="4872518"/>
                <a:chExt cx="736151" cy="350261"/>
              </a:xfrm>
            </p:grpSpPr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A7B283F9-0A5C-6349-AB19-86CA6ADADB23}"/>
                    </a:ext>
                  </a:extLst>
                </p:cNvPr>
                <p:cNvSpPr/>
                <p:nvPr/>
              </p:nvSpPr>
              <p:spPr>
                <a:xfrm>
                  <a:off x="9096752" y="4872518"/>
                  <a:ext cx="350261" cy="350261"/>
                </a:xfrm>
                <a:prstGeom prst="rect">
                  <a:avLst/>
                </a:prstGeom>
                <a:solidFill>
                  <a:srgbClr val="6D91D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75" name="矩形 174">
                  <a:extLst>
                    <a:ext uri="{FF2B5EF4-FFF2-40B4-BE49-F238E27FC236}">
                      <a16:creationId xmlns:a16="http://schemas.microsoft.com/office/drawing/2014/main" id="{DB6F6570-A4AD-3A92-1F6B-DE39CF0B2D44}"/>
                    </a:ext>
                  </a:extLst>
                </p:cNvPr>
                <p:cNvSpPr/>
                <p:nvPr/>
              </p:nvSpPr>
              <p:spPr>
                <a:xfrm>
                  <a:off x="9482642" y="4872518"/>
                  <a:ext cx="350261" cy="350261"/>
                </a:xfrm>
                <a:prstGeom prst="rect">
                  <a:avLst/>
                </a:prstGeom>
                <a:solidFill>
                  <a:srgbClr val="6D91D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</p:grpSp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F4779637-703B-E1AA-CFEB-BA85A415ABE3}"/>
                  </a:ext>
                </a:extLst>
              </p:cNvPr>
              <p:cNvSpPr/>
              <p:nvPr/>
            </p:nvSpPr>
            <p:spPr>
              <a:xfrm>
                <a:off x="10385062" y="4444886"/>
                <a:ext cx="381807" cy="127113"/>
              </a:xfrm>
              <a:prstGeom prst="rect">
                <a:avLst/>
              </a:prstGeom>
              <a:solidFill>
                <a:srgbClr val="3A68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01F8DE95-4F28-5C72-C02F-3F1050502C56}"/>
                  </a:ext>
                </a:extLst>
              </p:cNvPr>
              <p:cNvSpPr/>
              <p:nvPr/>
            </p:nvSpPr>
            <p:spPr>
              <a:xfrm>
                <a:off x="10525092" y="4699580"/>
                <a:ext cx="241777" cy="127114"/>
              </a:xfrm>
              <a:prstGeom prst="rect">
                <a:avLst/>
              </a:prstGeom>
              <a:solidFill>
                <a:srgbClr val="3A68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E452BD7D-7779-F06B-521C-A5AB79023739}"/>
                </a:ext>
              </a:extLst>
            </p:cNvPr>
            <p:cNvGrpSpPr/>
            <p:nvPr/>
          </p:nvGrpSpPr>
          <p:grpSpPr>
            <a:xfrm>
              <a:off x="4666991" y="5482279"/>
              <a:ext cx="2256745" cy="1021428"/>
              <a:chOff x="4466779" y="5511775"/>
              <a:chExt cx="2256745" cy="1021428"/>
            </a:xfrm>
          </p:grpSpPr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D24868DC-326C-42D6-DC83-08C0FE34C8AD}"/>
                  </a:ext>
                </a:extLst>
              </p:cNvPr>
              <p:cNvSpPr/>
              <p:nvPr/>
            </p:nvSpPr>
            <p:spPr>
              <a:xfrm>
                <a:off x="4466779" y="5511775"/>
                <a:ext cx="1021428" cy="1021428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83" name="矩形 182">
                <a:extLst>
                  <a:ext uri="{FF2B5EF4-FFF2-40B4-BE49-F238E27FC236}">
                    <a16:creationId xmlns:a16="http://schemas.microsoft.com/office/drawing/2014/main" id="{7B343ABC-5618-3136-1F2C-191A0AFB3ED3}"/>
                  </a:ext>
                </a:extLst>
              </p:cNvPr>
              <p:cNvSpPr/>
              <p:nvPr/>
            </p:nvSpPr>
            <p:spPr>
              <a:xfrm>
                <a:off x="5702096" y="5511775"/>
                <a:ext cx="1021428" cy="1021428"/>
              </a:xfrm>
              <a:prstGeom prst="rect">
                <a:avLst/>
              </a:prstGeom>
              <a:solidFill>
                <a:srgbClr val="3A68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820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3130CAE8-D9EB-AAE6-7F9E-813F007E7E1A}"/>
              </a:ext>
            </a:extLst>
          </p:cNvPr>
          <p:cNvGrpSpPr/>
          <p:nvPr/>
        </p:nvGrpSpPr>
        <p:grpSpPr>
          <a:xfrm>
            <a:off x="3144128" y="0"/>
            <a:ext cx="5334834" cy="6858000"/>
            <a:chOff x="3144128" y="0"/>
            <a:chExt cx="5334834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50B78C1-FE96-4C55-99E5-EB6DEED2587A}"/>
                </a:ext>
              </a:extLst>
            </p:cNvPr>
            <p:cNvSpPr/>
            <p:nvPr/>
          </p:nvSpPr>
          <p:spPr>
            <a:xfrm>
              <a:off x="3158876" y="0"/>
              <a:ext cx="5306698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1D57F67C-5392-FBF4-7890-43DE82DF263F}"/>
                </a:ext>
              </a:extLst>
            </p:cNvPr>
            <p:cNvGrpSpPr/>
            <p:nvPr/>
          </p:nvGrpSpPr>
          <p:grpSpPr>
            <a:xfrm>
              <a:off x="3442266" y="2871103"/>
              <a:ext cx="4749750" cy="604698"/>
              <a:chOff x="3499435" y="2654705"/>
              <a:chExt cx="5174396" cy="658760"/>
            </a:xfrm>
          </p:grpSpPr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40ABCAA3-29BE-09F1-E8B4-F60BCB5E399D}"/>
                  </a:ext>
                </a:extLst>
              </p:cNvPr>
              <p:cNvSpPr/>
              <p:nvPr/>
            </p:nvSpPr>
            <p:spPr>
              <a:xfrm>
                <a:off x="3499435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3B242133-FF0E-848B-A8D8-BC1A9B5BD65E}"/>
                  </a:ext>
                </a:extLst>
              </p:cNvPr>
              <p:cNvSpPr/>
              <p:nvPr/>
            </p:nvSpPr>
            <p:spPr>
              <a:xfrm>
                <a:off x="4251688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3B54CE0C-EF75-8805-0DDB-2A150F721056}"/>
                  </a:ext>
                </a:extLst>
              </p:cNvPr>
              <p:cNvSpPr/>
              <p:nvPr/>
            </p:nvSpPr>
            <p:spPr>
              <a:xfrm>
                <a:off x="5003941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C9A57D4F-AAB7-50C3-30F9-DE3FA584C99E}"/>
                  </a:ext>
                </a:extLst>
              </p:cNvPr>
              <p:cNvSpPr/>
              <p:nvPr/>
            </p:nvSpPr>
            <p:spPr>
              <a:xfrm>
                <a:off x="5756194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139E6370-7860-3F6F-0DBB-CE4F286EFB0E}"/>
                  </a:ext>
                </a:extLst>
              </p:cNvPr>
              <p:cNvSpPr/>
              <p:nvPr/>
            </p:nvSpPr>
            <p:spPr>
              <a:xfrm>
                <a:off x="6508447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★</a:t>
                </a:r>
              </a:p>
            </p:txBody>
          </p:sp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B7697AA3-35B2-343C-DEAC-9564E61438F8}"/>
                  </a:ext>
                </a:extLst>
              </p:cNvPr>
              <p:cNvSpPr/>
              <p:nvPr/>
            </p:nvSpPr>
            <p:spPr>
              <a:xfrm>
                <a:off x="7260700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8F0C2439-934A-52E8-396C-653E8237FA86}"/>
                  </a:ext>
                </a:extLst>
              </p:cNvPr>
              <p:cNvSpPr/>
              <p:nvPr/>
            </p:nvSpPr>
            <p:spPr>
              <a:xfrm>
                <a:off x="8012953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</p:grp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616B6CC3-4FE3-8A8B-71D5-D50589B78B37}"/>
                </a:ext>
              </a:extLst>
            </p:cNvPr>
            <p:cNvGrpSpPr/>
            <p:nvPr/>
          </p:nvGrpSpPr>
          <p:grpSpPr>
            <a:xfrm>
              <a:off x="3450738" y="1406854"/>
              <a:ext cx="4749750" cy="604698"/>
              <a:chOff x="3499435" y="2654705"/>
              <a:chExt cx="5174396" cy="658760"/>
            </a:xfrm>
          </p:grpSpPr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6161B934-12B3-6408-D73B-BFC0A22E672D}"/>
                  </a:ext>
                </a:extLst>
              </p:cNvPr>
              <p:cNvSpPr/>
              <p:nvPr/>
            </p:nvSpPr>
            <p:spPr>
              <a:xfrm>
                <a:off x="3499435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F3990350-0EDB-4717-A8F0-5013D74A8A8F}"/>
                  </a:ext>
                </a:extLst>
              </p:cNvPr>
              <p:cNvSpPr/>
              <p:nvPr/>
            </p:nvSpPr>
            <p:spPr>
              <a:xfrm>
                <a:off x="4251688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74FEDD46-8D9D-31EC-0376-60A4BCAABB85}"/>
                  </a:ext>
                </a:extLst>
              </p:cNvPr>
              <p:cNvSpPr/>
              <p:nvPr/>
            </p:nvSpPr>
            <p:spPr>
              <a:xfrm>
                <a:off x="5003941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ECF64ADD-B793-5805-2C78-6505C0B70D14}"/>
                  </a:ext>
                </a:extLst>
              </p:cNvPr>
              <p:cNvSpPr/>
              <p:nvPr/>
            </p:nvSpPr>
            <p:spPr>
              <a:xfrm>
                <a:off x="5756194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F38629DF-FFD7-A794-6CAC-35B10C598F3A}"/>
                  </a:ext>
                </a:extLst>
              </p:cNvPr>
              <p:cNvSpPr/>
              <p:nvPr/>
            </p:nvSpPr>
            <p:spPr>
              <a:xfrm>
                <a:off x="6508447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556123F7-3FAC-E337-83C8-FE357B212181}"/>
                  </a:ext>
                </a:extLst>
              </p:cNvPr>
              <p:cNvSpPr/>
              <p:nvPr/>
            </p:nvSpPr>
            <p:spPr>
              <a:xfrm>
                <a:off x="7260700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D55FD080-2A54-6353-DD70-DC79D72BAAF9}"/>
                  </a:ext>
                </a:extLst>
              </p:cNvPr>
              <p:cNvSpPr/>
              <p:nvPr/>
            </p:nvSpPr>
            <p:spPr>
              <a:xfrm>
                <a:off x="8012953" y="2654705"/>
                <a:ext cx="660878" cy="65876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</p:grp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19324D3F-DEAB-B32E-EB16-7044F316E191}"/>
                </a:ext>
              </a:extLst>
            </p:cNvPr>
            <p:cNvGrpSpPr/>
            <p:nvPr/>
          </p:nvGrpSpPr>
          <p:grpSpPr>
            <a:xfrm>
              <a:off x="5908615" y="3604227"/>
              <a:ext cx="1215031" cy="381807"/>
              <a:chOff x="9096752" y="4872518"/>
              <a:chExt cx="1114641" cy="350261"/>
            </a:xfrm>
            <a:solidFill>
              <a:srgbClr val="6D91D1"/>
            </a:solidFill>
          </p:grpSpPr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C7B032A8-B7DD-CD27-6FDC-341A52DFEA0D}"/>
                  </a:ext>
                </a:extLst>
              </p:cNvPr>
              <p:cNvSpPr/>
              <p:nvPr/>
            </p:nvSpPr>
            <p:spPr>
              <a:xfrm>
                <a:off x="9096752" y="4872518"/>
                <a:ext cx="350261" cy="35026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AFE16488-50D0-1791-7EC6-1AFD4E29B2D5}"/>
                  </a:ext>
                </a:extLst>
              </p:cNvPr>
              <p:cNvSpPr/>
              <p:nvPr/>
            </p:nvSpPr>
            <p:spPr>
              <a:xfrm>
                <a:off x="9482642" y="4872518"/>
                <a:ext cx="350261" cy="35026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1</a:t>
                </a:r>
                <a:endParaRPr lang="zh-CN" altLang="en-US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2F8E1A78-46AE-6935-37BB-0635D0244455}"/>
                  </a:ext>
                </a:extLst>
              </p:cNvPr>
              <p:cNvSpPr/>
              <p:nvPr/>
            </p:nvSpPr>
            <p:spPr>
              <a:xfrm>
                <a:off x="9861132" y="4872518"/>
                <a:ext cx="350261" cy="35026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2</a:t>
                </a:r>
                <a:endParaRPr lang="zh-CN" altLang="en-US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</p:grp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D99E9FE0-99B5-F69F-5237-E4F32E828A61}"/>
                </a:ext>
              </a:extLst>
            </p:cNvPr>
            <p:cNvSpPr txBox="1"/>
            <p:nvPr/>
          </p:nvSpPr>
          <p:spPr>
            <a:xfrm rot="5400000">
              <a:off x="5358895" y="1976583"/>
              <a:ext cx="87716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5400" b="1">
                  <a:solidFill>
                    <a:schemeClr val="accent1">
                      <a:lumMod val="50000"/>
                    </a:schemeClr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…</a:t>
              </a:r>
              <a:endParaRPr lang="zh-CN" altLang="en-US" sz="5400" b="1">
                <a:solidFill>
                  <a:schemeClr val="accent1">
                    <a:lumMod val="50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F0344739-1B8D-BE7A-65D2-EF289E4BD4E4}"/>
                </a:ext>
              </a:extLst>
            </p:cNvPr>
            <p:cNvGrpSpPr/>
            <p:nvPr/>
          </p:nvGrpSpPr>
          <p:grpSpPr>
            <a:xfrm>
              <a:off x="3172264" y="4184162"/>
              <a:ext cx="5306698" cy="468000"/>
              <a:chOff x="3172264" y="3820377"/>
              <a:chExt cx="5306698" cy="468000"/>
            </a:xfrm>
          </p:grpSpPr>
          <p:grpSp>
            <p:nvGrpSpPr>
              <p:cNvPr id="115" name="组合 114">
                <a:extLst>
                  <a:ext uri="{FF2B5EF4-FFF2-40B4-BE49-F238E27FC236}">
                    <a16:creationId xmlns:a16="http://schemas.microsoft.com/office/drawing/2014/main" id="{7DCB663C-0293-7ADF-C103-84AB02682C88}"/>
                  </a:ext>
                </a:extLst>
              </p:cNvPr>
              <p:cNvGrpSpPr/>
              <p:nvPr/>
            </p:nvGrpSpPr>
            <p:grpSpPr>
              <a:xfrm>
                <a:off x="3450738" y="3820377"/>
                <a:ext cx="4749750" cy="468000"/>
                <a:chOff x="3499435" y="2654705"/>
                <a:chExt cx="5174396" cy="658760"/>
              </a:xfrm>
            </p:grpSpPr>
            <p:sp>
              <p:nvSpPr>
                <p:cNvPr id="116" name="矩形 115">
                  <a:extLst>
                    <a:ext uri="{FF2B5EF4-FFF2-40B4-BE49-F238E27FC236}">
                      <a16:creationId xmlns:a16="http://schemas.microsoft.com/office/drawing/2014/main" id="{A846D951-2D96-059D-14F4-34784E167140}"/>
                    </a:ext>
                  </a:extLst>
                </p:cNvPr>
                <p:cNvSpPr/>
                <p:nvPr/>
              </p:nvSpPr>
              <p:spPr>
                <a:xfrm>
                  <a:off x="3499435" y="2654705"/>
                  <a:ext cx="660878" cy="6587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17" name="矩形 116">
                  <a:extLst>
                    <a:ext uri="{FF2B5EF4-FFF2-40B4-BE49-F238E27FC236}">
                      <a16:creationId xmlns:a16="http://schemas.microsoft.com/office/drawing/2014/main" id="{BFA4F580-1A5C-F756-7633-1A03BC8FFB12}"/>
                    </a:ext>
                  </a:extLst>
                </p:cNvPr>
                <p:cNvSpPr/>
                <p:nvPr/>
              </p:nvSpPr>
              <p:spPr>
                <a:xfrm>
                  <a:off x="4251688" y="2654705"/>
                  <a:ext cx="660878" cy="6587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18" name="矩形 117">
                  <a:extLst>
                    <a:ext uri="{FF2B5EF4-FFF2-40B4-BE49-F238E27FC236}">
                      <a16:creationId xmlns:a16="http://schemas.microsoft.com/office/drawing/2014/main" id="{A4794A92-8592-7EDD-A6A0-AF1E4AB9ACF5}"/>
                    </a:ext>
                  </a:extLst>
                </p:cNvPr>
                <p:cNvSpPr/>
                <p:nvPr/>
              </p:nvSpPr>
              <p:spPr>
                <a:xfrm>
                  <a:off x="5003941" y="2654705"/>
                  <a:ext cx="660878" cy="6587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19" name="矩形 118">
                  <a:extLst>
                    <a:ext uri="{FF2B5EF4-FFF2-40B4-BE49-F238E27FC236}">
                      <a16:creationId xmlns:a16="http://schemas.microsoft.com/office/drawing/2014/main" id="{D5C2652F-6535-0FBC-D212-72A5204E9CC2}"/>
                    </a:ext>
                  </a:extLst>
                </p:cNvPr>
                <p:cNvSpPr/>
                <p:nvPr/>
              </p:nvSpPr>
              <p:spPr>
                <a:xfrm>
                  <a:off x="5756194" y="2654705"/>
                  <a:ext cx="660878" cy="6587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20" name="矩形 119">
                  <a:extLst>
                    <a:ext uri="{FF2B5EF4-FFF2-40B4-BE49-F238E27FC236}">
                      <a16:creationId xmlns:a16="http://schemas.microsoft.com/office/drawing/2014/main" id="{229241F2-7E2C-D243-CAEC-FB75ABA65603}"/>
                    </a:ext>
                  </a:extLst>
                </p:cNvPr>
                <p:cNvSpPr/>
                <p:nvPr/>
              </p:nvSpPr>
              <p:spPr>
                <a:xfrm>
                  <a:off x="6508447" y="2654705"/>
                  <a:ext cx="660878" cy="6587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21" name="矩形 120">
                  <a:extLst>
                    <a:ext uri="{FF2B5EF4-FFF2-40B4-BE49-F238E27FC236}">
                      <a16:creationId xmlns:a16="http://schemas.microsoft.com/office/drawing/2014/main" id="{2CCFC44D-9AE0-4513-23F9-0FD929A936A3}"/>
                    </a:ext>
                  </a:extLst>
                </p:cNvPr>
                <p:cNvSpPr/>
                <p:nvPr/>
              </p:nvSpPr>
              <p:spPr>
                <a:xfrm>
                  <a:off x="7260700" y="2654705"/>
                  <a:ext cx="660878" cy="6587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22" name="矩形 121">
                  <a:extLst>
                    <a:ext uri="{FF2B5EF4-FFF2-40B4-BE49-F238E27FC236}">
                      <a16:creationId xmlns:a16="http://schemas.microsoft.com/office/drawing/2014/main" id="{10B73920-8910-0EE2-B554-8454BA1E2006}"/>
                    </a:ext>
                  </a:extLst>
                </p:cNvPr>
                <p:cNvSpPr/>
                <p:nvPr/>
              </p:nvSpPr>
              <p:spPr>
                <a:xfrm>
                  <a:off x="8012953" y="2654705"/>
                  <a:ext cx="660878" cy="6587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</p:grpSp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22379508-D03E-C9F7-07E1-2C808EF56BF8}"/>
                  </a:ext>
                </a:extLst>
              </p:cNvPr>
              <p:cNvSpPr/>
              <p:nvPr/>
            </p:nvSpPr>
            <p:spPr>
              <a:xfrm>
                <a:off x="3172264" y="3820377"/>
                <a:ext cx="5306698" cy="46800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  <a:alpha val="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8" name="组合 167">
              <a:extLst>
                <a:ext uri="{FF2B5EF4-FFF2-40B4-BE49-F238E27FC236}">
                  <a16:creationId xmlns:a16="http://schemas.microsoft.com/office/drawing/2014/main" id="{C25FC1DA-55EB-3AFA-D3FF-C0602C4672E0}"/>
                </a:ext>
              </a:extLst>
            </p:cNvPr>
            <p:cNvGrpSpPr/>
            <p:nvPr/>
          </p:nvGrpSpPr>
          <p:grpSpPr>
            <a:xfrm>
              <a:off x="3144128" y="239312"/>
              <a:ext cx="5306698" cy="468000"/>
              <a:chOff x="3144128" y="111495"/>
              <a:chExt cx="5306698" cy="468000"/>
            </a:xfrm>
          </p:grpSpPr>
          <p:grpSp>
            <p:nvGrpSpPr>
              <p:cNvPr id="131" name="组合 130">
                <a:extLst>
                  <a:ext uri="{FF2B5EF4-FFF2-40B4-BE49-F238E27FC236}">
                    <a16:creationId xmlns:a16="http://schemas.microsoft.com/office/drawing/2014/main" id="{78267A03-AD24-D294-8C50-6A53008671BB}"/>
                  </a:ext>
                </a:extLst>
              </p:cNvPr>
              <p:cNvGrpSpPr/>
              <p:nvPr/>
            </p:nvGrpSpPr>
            <p:grpSpPr>
              <a:xfrm>
                <a:off x="3450738" y="138676"/>
                <a:ext cx="4749750" cy="432000"/>
                <a:chOff x="3499435" y="2654705"/>
                <a:chExt cx="5174396" cy="658760"/>
              </a:xfrm>
              <a:solidFill>
                <a:schemeClr val="accent1">
                  <a:lumMod val="60000"/>
                  <a:lumOff val="40000"/>
                </a:schemeClr>
              </a:solidFill>
            </p:grpSpPr>
            <p:sp>
              <p:nvSpPr>
                <p:cNvPr id="132" name="矩形 131">
                  <a:extLst>
                    <a:ext uri="{FF2B5EF4-FFF2-40B4-BE49-F238E27FC236}">
                      <a16:creationId xmlns:a16="http://schemas.microsoft.com/office/drawing/2014/main" id="{65341A18-0889-938D-0C4A-ACB962E863C2}"/>
                    </a:ext>
                  </a:extLst>
                </p:cNvPr>
                <p:cNvSpPr/>
                <p:nvPr/>
              </p:nvSpPr>
              <p:spPr>
                <a:xfrm>
                  <a:off x="3499435" y="2654705"/>
                  <a:ext cx="660878" cy="6587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33" name="矩形 132">
                  <a:extLst>
                    <a:ext uri="{FF2B5EF4-FFF2-40B4-BE49-F238E27FC236}">
                      <a16:creationId xmlns:a16="http://schemas.microsoft.com/office/drawing/2014/main" id="{BEB399A3-0D18-6586-E726-EFD40EC83970}"/>
                    </a:ext>
                  </a:extLst>
                </p:cNvPr>
                <p:cNvSpPr/>
                <p:nvPr/>
              </p:nvSpPr>
              <p:spPr>
                <a:xfrm>
                  <a:off x="4251688" y="2654705"/>
                  <a:ext cx="660878" cy="6587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34" name="矩形 133">
                  <a:extLst>
                    <a:ext uri="{FF2B5EF4-FFF2-40B4-BE49-F238E27FC236}">
                      <a16:creationId xmlns:a16="http://schemas.microsoft.com/office/drawing/2014/main" id="{F71DDBF2-E095-49B3-F1FD-EADF1C3E1FD6}"/>
                    </a:ext>
                  </a:extLst>
                </p:cNvPr>
                <p:cNvSpPr/>
                <p:nvPr/>
              </p:nvSpPr>
              <p:spPr>
                <a:xfrm>
                  <a:off x="5003941" y="2654705"/>
                  <a:ext cx="660878" cy="6587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35" name="矩形 134">
                  <a:extLst>
                    <a:ext uri="{FF2B5EF4-FFF2-40B4-BE49-F238E27FC236}">
                      <a16:creationId xmlns:a16="http://schemas.microsoft.com/office/drawing/2014/main" id="{5B04CAC3-90E7-B60E-3777-496D13A923E8}"/>
                    </a:ext>
                  </a:extLst>
                </p:cNvPr>
                <p:cNvSpPr/>
                <p:nvPr/>
              </p:nvSpPr>
              <p:spPr>
                <a:xfrm>
                  <a:off x="5756194" y="2654705"/>
                  <a:ext cx="660878" cy="6587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36" name="矩形 135">
                  <a:extLst>
                    <a:ext uri="{FF2B5EF4-FFF2-40B4-BE49-F238E27FC236}">
                      <a16:creationId xmlns:a16="http://schemas.microsoft.com/office/drawing/2014/main" id="{2DE425B3-8AE3-EAA6-512F-C54CCF0F1B71}"/>
                    </a:ext>
                  </a:extLst>
                </p:cNvPr>
                <p:cNvSpPr/>
                <p:nvPr/>
              </p:nvSpPr>
              <p:spPr>
                <a:xfrm>
                  <a:off x="6508447" y="2654705"/>
                  <a:ext cx="660878" cy="6587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37" name="矩形 136">
                  <a:extLst>
                    <a:ext uri="{FF2B5EF4-FFF2-40B4-BE49-F238E27FC236}">
                      <a16:creationId xmlns:a16="http://schemas.microsoft.com/office/drawing/2014/main" id="{BF60F767-97CB-C160-4E1A-3956A7E15B13}"/>
                    </a:ext>
                  </a:extLst>
                </p:cNvPr>
                <p:cNvSpPr/>
                <p:nvPr/>
              </p:nvSpPr>
              <p:spPr>
                <a:xfrm>
                  <a:off x="7260700" y="2654705"/>
                  <a:ext cx="660878" cy="6587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38" name="矩形 137">
                  <a:extLst>
                    <a:ext uri="{FF2B5EF4-FFF2-40B4-BE49-F238E27FC236}">
                      <a16:creationId xmlns:a16="http://schemas.microsoft.com/office/drawing/2014/main" id="{0CD7959A-0C9F-3203-FC9A-B35E4291B91C}"/>
                    </a:ext>
                  </a:extLst>
                </p:cNvPr>
                <p:cNvSpPr/>
                <p:nvPr/>
              </p:nvSpPr>
              <p:spPr>
                <a:xfrm>
                  <a:off x="8012953" y="2654705"/>
                  <a:ext cx="660878" cy="6587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</p:grpSp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1981C69C-EE94-918F-695E-C8809767E100}"/>
                  </a:ext>
                </a:extLst>
              </p:cNvPr>
              <p:cNvSpPr/>
              <p:nvPr/>
            </p:nvSpPr>
            <p:spPr>
              <a:xfrm>
                <a:off x="3144128" y="111495"/>
                <a:ext cx="5306698" cy="468000"/>
              </a:xfrm>
              <a:prstGeom prst="rect">
                <a:avLst/>
              </a:prstGeom>
              <a:gradFill>
                <a:gsLst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  <a:gs pos="0">
                    <a:schemeClr val="accent1">
                      <a:lumMod val="20000"/>
                      <a:lumOff val="8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06A21E0A-B403-22C4-7F6B-052B7717B4E2}"/>
                </a:ext>
              </a:extLst>
            </p:cNvPr>
            <p:cNvSpPr/>
            <p:nvPr/>
          </p:nvSpPr>
          <p:spPr>
            <a:xfrm>
              <a:off x="3437350" y="5350253"/>
              <a:ext cx="4741278" cy="1286524"/>
            </a:xfrm>
            <a:prstGeom prst="rect">
              <a:avLst/>
            </a:prstGeom>
            <a:noFill/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2068020C-4381-797C-CA72-3802E45BAF5A}"/>
                </a:ext>
              </a:extLst>
            </p:cNvPr>
            <p:cNvSpPr txBox="1"/>
            <p:nvPr/>
          </p:nvSpPr>
          <p:spPr>
            <a:xfrm>
              <a:off x="3350428" y="4953998"/>
              <a:ext cx="13701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ANSWER</a:t>
              </a:r>
              <a:endParaRPr lang="zh-CN" altLang="en-US" sz="2000" b="1"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grpSp>
          <p:nvGrpSpPr>
            <p:cNvPr id="169" name="组合 168">
              <a:extLst>
                <a:ext uri="{FF2B5EF4-FFF2-40B4-BE49-F238E27FC236}">
                  <a16:creationId xmlns:a16="http://schemas.microsoft.com/office/drawing/2014/main" id="{D60D1942-F7C0-80D5-0B74-4F3FA650B582}"/>
                </a:ext>
              </a:extLst>
            </p:cNvPr>
            <p:cNvGrpSpPr/>
            <p:nvPr/>
          </p:nvGrpSpPr>
          <p:grpSpPr>
            <a:xfrm>
              <a:off x="4737902" y="816907"/>
              <a:ext cx="794386" cy="381807"/>
              <a:chOff x="9482642" y="4872518"/>
              <a:chExt cx="728751" cy="350261"/>
            </a:xfrm>
            <a:solidFill>
              <a:srgbClr val="6D91D1"/>
            </a:solidFill>
          </p:grpSpPr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BF37C428-63C6-64DC-BD32-5703A4ED0533}"/>
                  </a:ext>
                </a:extLst>
              </p:cNvPr>
              <p:cNvSpPr/>
              <p:nvPr/>
            </p:nvSpPr>
            <p:spPr>
              <a:xfrm>
                <a:off x="9482642" y="4872518"/>
                <a:ext cx="350261" cy="35026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1</a:t>
                </a:r>
                <a:endParaRPr lang="zh-CN" altLang="en-US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72" name="矩形 171">
                <a:extLst>
                  <a:ext uri="{FF2B5EF4-FFF2-40B4-BE49-F238E27FC236}">
                    <a16:creationId xmlns:a16="http://schemas.microsoft.com/office/drawing/2014/main" id="{EC194E5E-04A2-30E4-9B2A-B70084E1E79F}"/>
                  </a:ext>
                </a:extLst>
              </p:cNvPr>
              <p:cNvSpPr/>
              <p:nvPr/>
            </p:nvSpPr>
            <p:spPr>
              <a:xfrm>
                <a:off x="9861132" y="4872518"/>
                <a:ext cx="350261" cy="35026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2</a:t>
                </a:r>
                <a:endParaRPr lang="zh-CN" altLang="en-US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</p:grpSp>
        <p:grpSp>
          <p:nvGrpSpPr>
            <p:cNvPr id="181" name="组合 180">
              <a:extLst>
                <a:ext uri="{FF2B5EF4-FFF2-40B4-BE49-F238E27FC236}">
                  <a16:creationId xmlns:a16="http://schemas.microsoft.com/office/drawing/2014/main" id="{AEA2D769-B7EE-38C2-CA44-4C41A162A3F8}"/>
                </a:ext>
              </a:extLst>
            </p:cNvPr>
            <p:cNvGrpSpPr/>
            <p:nvPr/>
          </p:nvGrpSpPr>
          <p:grpSpPr>
            <a:xfrm>
              <a:off x="4020850" y="3603761"/>
              <a:ext cx="802452" cy="381808"/>
              <a:chOff x="9964417" y="4444886"/>
              <a:chExt cx="802452" cy="381808"/>
            </a:xfrm>
          </p:grpSpPr>
          <p:grpSp>
            <p:nvGrpSpPr>
              <p:cNvPr id="173" name="组合 172">
                <a:extLst>
                  <a:ext uri="{FF2B5EF4-FFF2-40B4-BE49-F238E27FC236}">
                    <a16:creationId xmlns:a16="http://schemas.microsoft.com/office/drawing/2014/main" id="{B9B80EF7-3B10-D79C-0F02-B9C26D3FAFF7}"/>
                  </a:ext>
                </a:extLst>
              </p:cNvPr>
              <p:cNvGrpSpPr/>
              <p:nvPr/>
            </p:nvGrpSpPr>
            <p:grpSpPr>
              <a:xfrm>
                <a:off x="9964417" y="4444887"/>
                <a:ext cx="802452" cy="381807"/>
                <a:chOff x="9096752" y="4872518"/>
                <a:chExt cx="736151" cy="350261"/>
              </a:xfrm>
            </p:grpSpPr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0478D4B5-1F5D-4961-82EA-8BA49A33FA53}"/>
                    </a:ext>
                  </a:extLst>
                </p:cNvPr>
                <p:cNvSpPr/>
                <p:nvPr/>
              </p:nvSpPr>
              <p:spPr>
                <a:xfrm>
                  <a:off x="9096752" y="4872518"/>
                  <a:ext cx="350261" cy="350261"/>
                </a:xfrm>
                <a:prstGeom prst="rect">
                  <a:avLst/>
                </a:prstGeom>
                <a:solidFill>
                  <a:srgbClr val="6D91D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  <p:sp>
              <p:nvSpPr>
                <p:cNvPr id="175" name="矩形 174">
                  <a:extLst>
                    <a:ext uri="{FF2B5EF4-FFF2-40B4-BE49-F238E27FC236}">
                      <a16:creationId xmlns:a16="http://schemas.microsoft.com/office/drawing/2014/main" id="{C360C2C1-ADDC-19DE-B1C0-CD4B8E9B8D23}"/>
                    </a:ext>
                  </a:extLst>
                </p:cNvPr>
                <p:cNvSpPr/>
                <p:nvPr/>
              </p:nvSpPr>
              <p:spPr>
                <a:xfrm>
                  <a:off x="9482642" y="4872518"/>
                  <a:ext cx="350261" cy="350261"/>
                </a:xfrm>
                <a:prstGeom prst="rect">
                  <a:avLst/>
                </a:prstGeom>
                <a:solidFill>
                  <a:srgbClr val="6D91D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>
                    <a:latin typeface="思源宋体 CN" panose="02020400000000000000" pitchFamily="18" charset="-122"/>
                    <a:ea typeface="思源宋体 CN" panose="02020400000000000000" pitchFamily="18" charset="-122"/>
                  </a:endParaRPr>
                </a:p>
              </p:txBody>
            </p:sp>
          </p:grpSp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4B7AC086-F2FB-A417-4C5F-6B92169A0E2C}"/>
                  </a:ext>
                </a:extLst>
              </p:cNvPr>
              <p:cNvSpPr/>
              <p:nvPr/>
            </p:nvSpPr>
            <p:spPr>
              <a:xfrm>
                <a:off x="10385062" y="4444886"/>
                <a:ext cx="381807" cy="127113"/>
              </a:xfrm>
              <a:prstGeom prst="rect">
                <a:avLst/>
              </a:prstGeom>
              <a:solidFill>
                <a:srgbClr val="3A68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1012BA32-EE87-7279-C3C4-E5491C36DD8A}"/>
                  </a:ext>
                </a:extLst>
              </p:cNvPr>
              <p:cNvSpPr/>
              <p:nvPr/>
            </p:nvSpPr>
            <p:spPr>
              <a:xfrm>
                <a:off x="10525092" y="4699580"/>
                <a:ext cx="241777" cy="127114"/>
              </a:xfrm>
              <a:prstGeom prst="rect">
                <a:avLst/>
              </a:prstGeom>
              <a:solidFill>
                <a:srgbClr val="3A68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F5F9D5B1-0617-CE04-8550-D0A465C68AD5}"/>
                </a:ext>
              </a:extLst>
            </p:cNvPr>
            <p:cNvGrpSpPr/>
            <p:nvPr/>
          </p:nvGrpSpPr>
          <p:grpSpPr>
            <a:xfrm>
              <a:off x="4666991" y="5482279"/>
              <a:ext cx="2256745" cy="1021428"/>
              <a:chOff x="4466779" y="5511775"/>
              <a:chExt cx="2256745" cy="1021428"/>
            </a:xfrm>
          </p:grpSpPr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A98757DA-46A2-A55F-7280-AE689EB7C999}"/>
                  </a:ext>
                </a:extLst>
              </p:cNvPr>
              <p:cNvSpPr/>
              <p:nvPr/>
            </p:nvSpPr>
            <p:spPr>
              <a:xfrm>
                <a:off x="4466779" y="5511775"/>
                <a:ext cx="1021428" cy="1021428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83" name="矩形 182">
                <a:extLst>
                  <a:ext uri="{FF2B5EF4-FFF2-40B4-BE49-F238E27FC236}">
                    <a16:creationId xmlns:a16="http://schemas.microsoft.com/office/drawing/2014/main" id="{AFBA9CBC-DF1F-BFCD-2FA5-E88E2C47F968}"/>
                  </a:ext>
                </a:extLst>
              </p:cNvPr>
              <p:cNvSpPr/>
              <p:nvPr/>
            </p:nvSpPr>
            <p:spPr>
              <a:xfrm>
                <a:off x="5702096" y="5511775"/>
                <a:ext cx="1021428" cy="1021428"/>
              </a:xfrm>
              <a:prstGeom prst="rect">
                <a:avLst/>
              </a:prstGeom>
              <a:solidFill>
                <a:srgbClr val="3A68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71336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</TotalTime>
  <Words>14</Words>
  <Application>Microsoft Office PowerPoint</Application>
  <PresentationFormat>宽屏</PresentationFormat>
  <Paragraphs>14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思源宋体 CN</vt:lpstr>
      <vt:lpstr>Arial</vt:lpstr>
      <vt:lpstr>Calibri</vt:lpstr>
      <vt:lpstr>Calibri Light</vt:lpstr>
      <vt:lpstr>Office 2013 - 2022 主题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Xinyi</dc:creator>
  <cp:lastModifiedBy>Zheng, Xinyi</cp:lastModifiedBy>
  <cp:revision>1</cp:revision>
  <dcterms:created xsi:type="dcterms:W3CDTF">2025-07-10T17:19:14Z</dcterms:created>
  <dcterms:modified xsi:type="dcterms:W3CDTF">2025-07-10T18:09:10Z</dcterms:modified>
</cp:coreProperties>
</file>