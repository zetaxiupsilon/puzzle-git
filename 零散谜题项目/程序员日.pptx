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DCE3"/>
    <a:srgbClr val="F6F8FA"/>
    <a:srgbClr val="EDF2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94987-CFD7-4A8A-A0D5-A664F0B8583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5206B-0558-482E-AACF-CEE36E9708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409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94987-CFD7-4A8A-A0D5-A664F0B8583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5206B-0558-482E-AACF-CEE36E9708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831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94987-CFD7-4A8A-A0D5-A664F0B8583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5206B-0558-482E-AACF-CEE36E9708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041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94987-CFD7-4A8A-A0D5-A664F0B8583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5206B-0558-482E-AACF-CEE36E9708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3647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94987-CFD7-4A8A-A0D5-A664F0B8583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5206B-0558-482E-AACF-CEE36E9708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31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94987-CFD7-4A8A-A0D5-A664F0B8583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5206B-0558-482E-AACF-CEE36E9708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8200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94987-CFD7-4A8A-A0D5-A664F0B8583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5206B-0558-482E-AACF-CEE36E9708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40497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94987-CFD7-4A8A-A0D5-A664F0B8583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5206B-0558-482E-AACF-CEE36E9708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505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94987-CFD7-4A8A-A0D5-A664F0B8583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5206B-0558-482E-AACF-CEE36E9708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914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94987-CFD7-4A8A-A0D5-A664F0B8583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5206B-0558-482E-AACF-CEE36E9708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703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94987-CFD7-4A8A-A0D5-A664F0B8583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5206B-0558-482E-AACF-CEE36E9708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6701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94987-CFD7-4A8A-A0D5-A664F0B85835}" type="datetimeFigureOut">
              <a:rPr lang="zh-CN" altLang="en-US" smtClean="0"/>
              <a:t>2025/10/24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5206B-0558-482E-AACF-CEE36E97083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711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9D7C9CF7-7CD0-4D53-D21F-A7FED6D416E4}"/>
              </a:ext>
            </a:extLst>
          </p:cNvPr>
          <p:cNvGrpSpPr/>
          <p:nvPr/>
        </p:nvGrpSpPr>
        <p:grpSpPr>
          <a:xfrm>
            <a:off x="3575434" y="275303"/>
            <a:ext cx="5041132" cy="6012225"/>
            <a:chOff x="3575434" y="275303"/>
            <a:chExt cx="5041132" cy="6012225"/>
          </a:xfrm>
        </p:grpSpPr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5031FA63-DF31-B0DB-DF2C-519B890356B2}"/>
                </a:ext>
              </a:extLst>
            </p:cNvPr>
            <p:cNvSpPr/>
            <p:nvPr/>
          </p:nvSpPr>
          <p:spPr>
            <a:xfrm>
              <a:off x="3575434" y="275303"/>
              <a:ext cx="5041132" cy="6012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33E31878-A19F-4093-0FEA-A6B9B10A3F4C}"/>
                </a:ext>
              </a:extLst>
            </p:cNvPr>
            <p:cNvGrpSpPr/>
            <p:nvPr/>
          </p:nvGrpSpPr>
          <p:grpSpPr>
            <a:xfrm>
              <a:off x="3928218" y="1675129"/>
              <a:ext cx="1972269" cy="368098"/>
              <a:chOff x="5922530" y="1496917"/>
              <a:chExt cx="1972269" cy="368098"/>
            </a:xfrm>
          </p:grpSpPr>
          <p:grpSp>
            <p:nvGrpSpPr>
              <p:cNvPr id="30" name="组合 29">
                <a:extLst>
                  <a:ext uri="{FF2B5EF4-FFF2-40B4-BE49-F238E27FC236}">
                    <a16:creationId xmlns:a16="http://schemas.microsoft.com/office/drawing/2014/main" id="{A5DA0F79-5E99-CAE9-C89B-3A5F6D9D99ED}"/>
                  </a:ext>
                </a:extLst>
              </p:cNvPr>
              <p:cNvGrpSpPr/>
              <p:nvPr/>
            </p:nvGrpSpPr>
            <p:grpSpPr>
              <a:xfrm>
                <a:off x="5922530" y="1511053"/>
                <a:ext cx="344129" cy="353962"/>
                <a:chOff x="6213987" y="796413"/>
                <a:chExt cx="344129" cy="353962"/>
              </a:xfrm>
            </p:grpSpPr>
            <p:cxnSp>
              <p:nvCxnSpPr>
                <p:cNvPr id="25" name="直接连接符 24">
                  <a:extLst>
                    <a:ext uri="{FF2B5EF4-FFF2-40B4-BE49-F238E27FC236}">
                      <a16:creationId xmlns:a16="http://schemas.microsoft.com/office/drawing/2014/main" id="{302ED212-B4A2-0A87-B568-74C0AEF83B29}"/>
                    </a:ext>
                  </a:extLst>
                </p:cNvPr>
                <p:cNvCxnSpPr/>
                <p:nvPr/>
              </p:nvCxnSpPr>
              <p:spPr>
                <a:xfrm flipH="1">
                  <a:off x="6213987" y="796413"/>
                  <a:ext cx="176981" cy="176981"/>
                </a:xfrm>
                <a:prstGeom prst="line">
                  <a:avLst/>
                </a:prstGeom>
                <a:ln w="28575" cap="rnd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A991A715-4CAA-F96E-BA83-EFC4202A419D}"/>
                    </a:ext>
                  </a:extLst>
                </p:cNvPr>
                <p:cNvCxnSpPr/>
                <p:nvPr/>
              </p:nvCxnSpPr>
              <p:spPr>
                <a:xfrm>
                  <a:off x="6213987" y="973394"/>
                  <a:ext cx="176981" cy="176981"/>
                </a:xfrm>
                <a:prstGeom prst="line">
                  <a:avLst/>
                </a:prstGeom>
                <a:ln w="28575" cap="rnd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5731B056-9CBE-0B88-506E-732D63EEA31E}"/>
                    </a:ext>
                  </a:extLst>
                </p:cNvPr>
                <p:cNvCxnSpPr/>
                <p:nvPr/>
              </p:nvCxnSpPr>
              <p:spPr>
                <a:xfrm>
                  <a:off x="6213987" y="973394"/>
                  <a:ext cx="344129" cy="0"/>
                </a:xfrm>
                <a:prstGeom prst="line">
                  <a:avLst/>
                </a:prstGeom>
                <a:ln w="28575" cap="rnd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1" name="组合 30">
                <a:extLst>
                  <a:ext uri="{FF2B5EF4-FFF2-40B4-BE49-F238E27FC236}">
                    <a16:creationId xmlns:a16="http://schemas.microsoft.com/office/drawing/2014/main" id="{A9327510-746B-BB99-3652-D0C809634AD5}"/>
                  </a:ext>
                </a:extLst>
              </p:cNvPr>
              <p:cNvGrpSpPr/>
              <p:nvPr/>
            </p:nvGrpSpPr>
            <p:grpSpPr>
              <a:xfrm flipH="1">
                <a:off x="6720253" y="1511053"/>
                <a:ext cx="344129" cy="353962"/>
                <a:chOff x="6213987" y="796413"/>
                <a:chExt cx="344129" cy="353962"/>
              </a:xfrm>
            </p:grpSpPr>
            <p:cxnSp>
              <p:nvCxnSpPr>
                <p:cNvPr id="32" name="直接连接符 31">
                  <a:extLst>
                    <a:ext uri="{FF2B5EF4-FFF2-40B4-BE49-F238E27FC236}">
                      <a16:creationId xmlns:a16="http://schemas.microsoft.com/office/drawing/2014/main" id="{94DE64F6-7E12-580D-771E-24C838537127}"/>
                    </a:ext>
                  </a:extLst>
                </p:cNvPr>
                <p:cNvCxnSpPr/>
                <p:nvPr/>
              </p:nvCxnSpPr>
              <p:spPr>
                <a:xfrm flipH="1">
                  <a:off x="6213987" y="796413"/>
                  <a:ext cx="176981" cy="176981"/>
                </a:xfrm>
                <a:prstGeom prst="line">
                  <a:avLst/>
                </a:prstGeom>
                <a:ln w="28575" cap="rnd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接连接符 32">
                  <a:extLst>
                    <a:ext uri="{FF2B5EF4-FFF2-40B4-BE49-F238E27FC236}">
                      <a16:creationId xmlns:a16="http://schemas.microsoft.com/office/drawing/2014/main" id="{F41A6E6B-C7AA-4719-A30A-465EB47FB316}"/>
                    </a:ext>
                  </a:extLst>
                </p:cNvPr>
                <p:cNvCxnSpPr/>
                <p:nvPr/>
              </p:nvCxnSpPr>
              <p:spPr>
                <a:xfrm>
                  <a:off x="6213987" y="973394"/>
                  <a:ext cx="176981" cy="176981"/>
                </a:xfrm>
                <a:prstGeom prst="line">
                  <a:avLst/>
                </a:prstGeom>
                <a:ln w="28575" cap="rnd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接连接符 33">
                  <a:extLst>
                    <a:ext uri="{FF2B5EF4-FFF2-40B4-BE49-F238E27FC236}">
                      <a16:creationId xmlns:a16="http://schemas.microsoft.com/office/drawing/2014/main" id="{60AF85FB-CB23-20C1-B014-DEE140F31B39}"/>
                    </a:ext>
                  </a:extLst>
                </p:cNvPr>
                <p:cNvCxnSpPr/>
                <p:nvPr/>
              </p:nvCxnSpPr>
              <p:spPr>
                <a:xfrm>
                  <a:off x="6213987" y="973394"/>
                  <a:ext cx="344129" cy="0"/>
                </a:xfrm>
                <a:prstGeom prst="line">
                  <a:avLst/>
                </a:prstGeom>
                <a:ln w="28575" cap="rnd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05CA4999-7212-5BBF-1D54-722F3747214D}"/>
                  </a:ext>
                </a:extLst>
              </p:cNvPr>
              <p:cNvGrpSpPr/>
              <p:nvPr/>
            </p:nvGrpSpPr>
            <p:grpSpPr>
              <a:xfrm>
                <a:off x="7517977" y="1496917"/>
                <a:ext cx="376822" cy="358265"/>
                <a:chOff x="7782887" y="1141153"/>
                <a:chExt cx="376822" cy="358265"/>
              </a:xfrm>
            </p:grpSpPr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E2C795EE-3CE9-50F1-5768-D74C3DAEA35F}"/>
                    </a:ext>
                  </a:extLst>
                </p:cNvPr>
                <p:cNvSpPr/>
                <p:nvPr/>
              </p:nvSpPr>
              <p:spPr>
                <a:xfrm>
                  <a:off x="7782887" y="1145456"/>
                  <a:ext cx="353962" cy="353962"/>
                </a:xfrm>
                <a:prstGeom prst="ellipse">
                  <a:avLst/>
                </a:prstGeom>
                <a:noFill/>
                <a:ln w="28575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6" name="矩形 35">
                  <a:extLst>
                    <a:ext uri="{FF2B5EF4-FFF2-40B4-BE49-F238E27FC236}">
                      <a16:creationId xmlns:a16="http://schemas.microsoft.com/office/drawing/2014/main" id="{7C05C78A-A570-ECE6-1EB1-35DF6C69A9F6}"/>
                    </a:ext>
                  </a:extLst>
                </p:cNvPr>
                <p:cNvSpPr/>
                <p:nvPr/>
              </p:nvSpPr>
              <p:spPr>
                <a:xfrm flipV="1">
                  <a:off x="8113989" y="1301954"/>
                  <a:ext cx="45720" cy="457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E5ADF826-C5DE-77DB-431C-37B7158FD5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000469" y="1285153"/>
                  <a:ext cx="1440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连接符 40">
                  <a:extLst>
                    <a:ext uri="{FF2B5EF4-FFF2-40B4-BE49-F238E27FC236}">
                      <a16:creationId xmlns:a16="http://schemas.microsoft.com/office/drawing/2014/main" id="{243466A6-C491-9F48-55C1-6A9492CEE12D}"/>
                    </a:ext>
                  </a:extLst>
                </p:cNvPr>
                <p:cNvCxnSpPr/>
                <p:nvPr/>
              </p:nvCxnSpPr>
              <p:spPr>
                <a:xfrm>
                  <a:off x="8136849" y="1141153"/>
                  <a:ext cx="0" cy="1440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6" name="任意多边形: 形状 45">
              <a:extLst>
                <a:ext uri="{FF2B5EF4-FFF2-40B4-BE49-F238E27FC236}">
                  <a16:creationId xmlns:a16="http://schemas.microsoft.com/office/drawing/2014/main" id="{44DB98CC-91B3-46FB-6597-B3BF9244F479}"/>
                </a:ext>
              </a:extLst>
            </p:cNvPr>
            <p:cNvSpPr/>
            <p:nvPr/>
          </p:nvSpPr>
          <p:spPr>
            <a:xfrm>
              <a:off x="6292965" y="1475416"/>
              <a:ext cx="2136788" cy="761993"/>
            </a:xfrm>
            <a:custGeom>
              <a:avLst/>
              <a:gdLst>
                <a:gd name="connsiteX0" fmla="*/ 380996 w 2136788"/>
                <a:gd name="connsiteY0" fmla="*/ 0 h 761993"/>
                <a:gd name="connsiteX1" fmla="*/ 388616 w 2136788"/>
                <a:gd name="connsiteY1" fmla="*/ 768 h 761993"/>
                <a:gd name="connsiteX2" fmla="*/ 388616 w 2136788"/>
                <a:gd name="connsiteY2" fmla="*/ 0 h 761993"/>
                <a:gd name="connsiteX3" fmla="*/ 2136788 w 2136788"/>
                <a:gd name="connsiteY3" fmla="*/ 0 h 761993"/>
                <a:gd name="connsiteX4" fmla="*/ 2136788 w 2136788"/>
                <a:gd name="connsiteY4" fmla="*/ 761993 h 761993"/>
                <a:gd name="connsiteX5" fmla="*/ 388616 w 2136788"/>
                <a:gd name="connsiteY5" fmla="*/ 761993 h 761993"/>
                <a:gd name="connsiteX6" fmla="*/ 388616 w 2136788"/>
                <a:gd name="connsiteY6" fmla="*/ 761224 h 761993"/>
                <a:gd name="connsiteX7" fmla="*/ 380996 w 2136788"/>
                <a:gd name="connsiteY7" fmla="*/ 761992 h 761993"/>
                <a:gd name="connsiteX8" fmla="*/ 0 w 2136788"/>
                <a:gd name="connsiteY8" fmla="*/ 380996 h 761993"/>
                <a:gd name="connsiteX9" fmla="*/ 380996 w 2136788"/>
                <a:gd name="connsiteY9" fmla="*/ 0 h 7619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136788" h="761993">
                  <a:moveTo>
                    <a:pt x="380996" y="0"/>
                  </a:moveTo>
                  <a:lnTo>
                    <a:pt x="388616" y="768"/>
                  </a:lnTo>
                  <a:lnTo>
                    <a:pt x="388616" y="0"/>
                  </a:lnTo>
                  <a:lnTo>
                    <a:pt x="2136788" y="0"/>
                  </a:lnTo>
                  <a:lnTo>
                    <a:pt x="2136788" y="761993"/>
                  </a:lnTo>
                  <a:lnTo>
                    <a:pt x="388616" y="761993"/>
                  </a:lnTo>
                  <a:lnTo>
                    <a:pt x="388616" y="761224"/>
                  </a:lnTo>
                  <a:lnTo>
                    <a:pt x="380996" y="761992"/>
                  </a:lnTo>
                  <a:cubicBezTo>
                    <a:pt x="170578" y="761992"/>
                    <a:pt x="0" y="591414"/>
                    <a:pt x="0" y="380996"/>
                  </a:cubicBezTo>
                  <a:cubicBezTo>
                    <a:pt x="0" y="170578"/>
                    <a:pt x="170578" y="0"/>
                    <a:pt x="380996" y="0"/>
                  </a:cubicBezTo>
                  <a:close/>
                </a:path>
              </a:pathLst>
            </a:custGeom>
            <a:solidFill>
              <a:srgbClr val="EDF2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B7B6A3C5-3290-1CB3-DD47-A6071E414674}"/>
                </a:ext>
              </a:extLst>
            </p:cNvPr>
            <p:cNvSpPr/>
            <p:nvPr/>
          </p:nvSpPr>
          <p:spPr>
            <a:xfrm>
              <a:off x="6428888" y="1597332"/>
              <a:ext cx="518160" cy="51816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11803BE4-D184-B458-9639-64D21BE37AC8}"/>
                </a:ext>
              </a:extLst>
            </p:cNvPr>
            <p:cNvSpPr txBox="1"/>
            <p:nvPr/>
          </p:nvSpPr>
          <p:spPr>
            <a:xfrm>
              <a:off x="6929795" y="1627239"/>
              <a:ext cx="4243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4</a:t>
              </a:r>
              <a:endParaRPr lang="zh-CN" altLang="en-US" sz="24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921C26CD-E5B4-A470-D4D1-A899E6A5E077}"/>
                </a:ext>
              </a:extLst>
            </p:cNvPr>
            <p:cNvSpPr txBox="1"/>
            <p:nvPr/>
          </p:nvSpPr>
          <p:spPr>
            <a:xfrm>
              <a:off x="6956880" y="1679955"/>
              <a:ext cx="15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______.</a:t>
              </a:r>
              <a:endParaRPr lang="zh-CN" altLang="en-US" sz="24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3E340116-8578-DAD9-FC3B-9B55C4C41FD2}"/>
                </a:ext>
              </a:extLst>
            </p:cNvPr>
            <p:cNvSpPr txBox="1"/>
            <p:nvPr/>
          </p:nvSpPr>
          <p:spPr>
            <a:xfrm>
              <a:off x="7778793" y="1627239"/>
              <a:ext cx="4243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3</a:t>
              </a:r>
              <a:endParaRPr lang="zh-CN" altLang="en-US" sz="24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E06D8AF0-DC6B-BFF8-81A6-84930CC141B9}"/>
                </a:ext>
              </a:extLst>
            </p:cNvPr>
            <p:cNvSpPr txBox="1"/>
            <p:nvPr/>
          </p:nvSpPr>
          <p:spPr>
            <a:xfrm>
              <a:off x="7993174" y="1627239"/>
              <a:ext cx="42433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2</a:t>
              </a:r>
              <a:endParaRPr lang="zh-CN" altLang="en-US" sz="24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grpSp>
          <p:nvGrpSpPr>
            <p:cNvPr id="80" name="组合 79">
              <a:extLst>
                <a:ext uri="{FF2B5EF4-FFF2-40B4-BE49-F238E27FC236}">
                  <a16:creationId xmlns:a16="http://schemas.microsoft.com/office/drawing/2014/main" id="{33FE41D5-6D1B-790C-804D-FFB7E948FB67}"/>
                </a:ext>
              </a:extLst>
            </p:cNvPr>
            <p:cNvGrpSpPr/>
            <p:nvPr/>
          </p:nvGrpSpPr>
          <p:grpSpPr>
            <a:xfrm>
              <a:off x="4080622" y="5138144"/>
              <a:ext cx="2013340" cy="797148"/>
              <a:chOff x="2283145" y="3369621"/>
              <a:chExt cx="2013340" cy="797148"/>
            </a:xfrm>
          </p:grpSpPr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id="{D77674DE-DEC5-4F93-87B3-AB25FDEB465E}"/>
                  </a:ext>
                </a:extLst>
              </p:cNvPr>
              <p:cNvSpPr txBox="1"/>
              <p:nvPr/>
            </p:nvSpPr>
            <p:spPr>
              <a:xfrm>
                <a:off x="2283145" y="3458883"/>
                <a:ext cx="201334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000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_____</a:t>
                </a:r>
                <a:endParaRPr lang="zh-CN" altLang="en-US" sz="4000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1A93A1FE-D186-EF76-6EC4-91A5A7778778}"/>
                  </a:ext>
                </a:extLst>
              </p:cNvPr>
              <p:cNvSpPr txBox="1"/>
              <p:nvPr/>
            </p:nvSpPr>
            <p:spPr>
              <a:xfrm>
                <a:off x="2283145" y="3369621"/>
                <a:ext cx="200350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36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1   </a:t>
                </a:r>
                <a:r>
                  <a:rPr lang="en-US" altLang="zh-CN" sz="40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</a:t>
                </a:r>
                <a:r>
                  <a:rPr lang="en-US" altLang="zh-CN" sz="36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2 3 4</a:t>
                </a:r>
                <a:endParaRPr lang="zh-CN" altLang="en-US" sz="3600" b="1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CF45A679-D761-3373-09D3-047227678FF6}"/>
                </a:ext>
              </a:extLst>
            </p:cNvPr>
            <p:cNvGrpSpPr/>
            <p:nvPr/>
          </p:nvGrpSpPr>
          <p:grpSpPr>
            <a:xfrm>
              <a:off x="3732751" y="2660377"/>
              <a:ext cx="4716668" cy="1398302"/>
              <a:chOff x="5951333" y="3020480"/>
              <a:chExt cx="4716668" cy="1423701"/>
            </a:xfrm>
          </p:grpSpPr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678F709-B9ED-840F-FCE0-1045177D960A}"/>
                  </a:ext>
                </a:extLst>
              </p:cNvPr>
              <p:cNvSpPr/>
              <p:nvPr/>
            </p:nvSpPr>
            <p:spPr>
              <a:xfrm>
                <a:off x="5951333" y="3020480"/>
                <a:ext cx="4716668" cy="1413868"/>
              </a:xfrm>
              <a:prstGeom prst="rect">
                <a:avLst/>
              </a:prstGeom>
              <a:solidFill>
                <a:srgbClr val="F6F8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E634C421-AF9A-C809-B90B-A1A89FA47813}"/>
                  </a:ext>
                </a:extLst>
              </p:cNvPr>
              <p:cNvCxnSpPr/>
              <p:nvPr/>
            </p:nvCxnSpPr>
            <p:spPr>
              <a:xfrm flipH="1">
                <a:off x="5968181" y="4444181"/>
                <a:ext cx="4680154" cy="0"/>
              </a:xfrm>
              <a:prstGeom prst="line">
                <a:avLst/>
              </a:prstGeom>
              <a:ln w="28575">
                <a:solidFill>
                  <a:srgbClr val="D5DCE3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E3029C7C-B42C-3BDF-88BD-0DEBC7F97049}"/>
                </a:ext>
              </a:extLst>
            </p:cNvPr>
            <p:cNvGrpSpPr/>
            <p:nvPr/>
          </p:nvGrpSpPr>
          <p:grpSpPr>
            <a:xfrm>
              <a:off x="3988522" y="2995822"/>
              <a:ext cx="717754" cy="717754"/>
              <a:chOff x="5982834" y="2817610"/>
              <a:chExt cx="717754" cy="717754"/>
            </a:xfrm>
          </p:grpSpPr>
          <p:sp>
            <p:nvSpPr>
              <p:cNvPr id="55" name="矩形: 圆角 54">
                <a:extLst>
                  <a:ext uri="{FF2B5EF4-FFF2-40B4-BE49-F238E27FC236}">
                    <a16:creationId xmlns:a16="http://schemas.microsoft.com/office/drawing/2014/main" id="{8B9B3B8E-324A-3EC9-9414-8D3ACD0CB295}"/>
                  </a:ext>
                </a:extLst>
              </p:cNvPr>
              <p:cNvSpPr/>
              <p:nvPr/>
            </p:nvSpPr>
            <p:spPr>
              <a:xfrm>
                <a:off x="5982834" y="2817610"/>
                <a:ext cx="717754" cy="717754"/>
              </a:xfrm>
              <a:prstGeom prst="roundRect">
                <a:avLst/>
              </a:prstGeom>
              <a:solidFill>
                <a:srgbClr val="F6F8FA"/>
              </a:solidFill>
              <a:ln w="19050">
                <a:solidFill>
                  <a:srgbClr val="D5DCE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60" name="组合 59">
                <a:extLst>
                  <a:ext uri="{FF2B5EF4-FFF2-40B4-BE49-F238E27FC236}">
                    <a16:creationId xmlns:a16="http://schemas.microsoft.com/office/drawing/2014/main" id="{31578B27-87F0-E3B7-A9E7-50C57C9EF84F}"/>
                  </a:ext>
                </a:extLst>
              </p:cNvPr>
              <p:cNvGrpSpPr/>
              <p:nvPr/>
            </p:nvGrpSpPr>
            <p:grpSpPr>
              <a:xfrm>
                <a:off x="6176318" y="3043751"/>
                <a:ext cx="330786" cy="265471"/>
                <a:chOff x="4516517" y="2059197"/>
                <a:chExt cx="330786" cy="265471"/>
              </a:xfrm>
            </p:grpSpPr>
            <p:cxnSp>
              <p:nvCxnSpPr>
                <p:cNvPr id="57" name="直接连接符 56">
                  <a:extLst>
                    <a:ext uri="{FF2B5EF4-FFF2-40B4-BE49-F238E27FC236}">
                      <a16:creationId xmlns:a16="http://schemas.microsoft.com/office/drawing/2014/main" id="{67C0CA96-A9C8-6FE7-6244-4433BB1239BD}"/>
                    </a:ext>
                  </a:extLst>
                </p:cNvPr>
                <p:cNvCxnSpPr/>
                <p:nvPr/>
              </p:nvCxnSpPr>
              <p:spPr>
                <a:xfrm>
                  <a:off x="4516517" y="2059197"/>
                  <a:ext cx="330786" cy="0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直接连接符 57">
                  <a:extLst>
                    <a:ext uri="{FF2B5EF4-FFF2-40B4-BE49-F238E27FC236}">
                      <a16:creationId xmlns:a16="http://schemas.microsoft.com/office/drawing/2014/main" id="{BCBE398C-F1ED-2DCF-9DEF-920031686D6F}"/>
                    </a:ext>
                  </a:extLst>
                </p:cNvPr>
                <p:cNvCxnSpPr/>
                <p:nvPr/>
              </p:nvCxnSpPr>
              <p:spPr>
                <a:xfrm>
                  <a:off x="4516517" y="2191933"/>
                  <a:ext cx="330786" cy="0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直接连接符 58">
                  <a:extLst>
                    <a:ext uri="{FF2B5EF4-FFF2-40B4-BE49-F238E27FC236}">
                      <a16:creationId xmlns:a16="http://schemas.microsoft.com/office/drawing/2014/main" id="{C647DC11-D10E-F8F9-4114-50570A4AE8FF}"/>
                    </a:ext>
                  </a:extLst>
                </p:cNvPr>
                <p:cNvCxnSpPr/>
                <p:nvPr/>
              </p:nvCxnSpPr>
              <p:spPr>
                <a:xfrm>
                  <a:off x="4516517" y="2324668"/>
                  <a:ext cx="330786" cy="0"/>
                </a:xfrm>
                <a:prstGeom prst="line">
                  <a:avLst/>
                </a:prstGeom>
                <a:ln w="38100" cap="rnd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pic>
          <p:nvPicPr>
            <p:cNvPr id="62" name="图片 61">
              <a:extLst>
                <a:ext uri="{FF2B5EF4-FFF2-40B4-BE49-F238E27FC236}">
                  <a16:creationId xmlns:a16="http://schemas.microsoft.com/office/drawing/2014/main" id="{90954644-6BC5-89FB-681D-CC29E621D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66441" y="2929465"/>
              <a:ext cx="851600" cy="826553"/>
            </a:xfrm>
            <a:prstGeom prst="rect">
              <a:avLst/>
            </a:prstGeom>
          </p:spPr>
        </p:pic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CDB2603D-0CC8-DCAC-37F9-EE7F2A3A44B8}"/>
                </a:ext>
              </a:extLst>
            </p:cNvPr>
            <p:cNvGrpSpPr/>
            <p:nvPr/>
          </p:nvGrpSpPr>
          <p:grpSpPr>
            <a:xfrm>
              <a:off x="6067540" y="3091628"/>
              <a:ext cx="2087656" cy="540708"/>
              <a:chOff x="7978276" y="2928164"/>
              <a:chExt cx="2087656" cy="540708"/>
            </a:xfrm>
          </p:grpSpPr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F5105FAA-D6EC-64A3-DD95-426A4DD02400}"/>
                  </a:ext>
                </a:extLst>
              </p:cNvPr>
              <p:cNvSpPr txBox="1"/>
              <p:nvPr/>
            </p:nvSpPr>
            <p:spPr>
              <a:xfrm>
                <a:off x="8015114" y="3007207"/>
                <a:ext cx="20133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2400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_________</a:t>
                </a:r>
                <a:endParaRPr lang="zh-CN" altLang="en-US" sz="2400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72556365-8A38-CB1E-4E58-45391C9225E7}"/>
                  </a:ext>
                </a:extLst>
              </p:cNvPr>
              <p:cNvSpPr txBox="1"/>
              <p:nvPr/>
            </p:nvSpPr>
            <p:spPr>
              <a:xfrm>
                <a:off x="8809936" y="2928164"/>
                <a:ext cx="4243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2</a:t>
                </a:r>
                <a:endParaRPr lang="zh-CN" altLang="en-US" sz="2400" b="1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B8D24911-7775-B656-4733-5858D59FCBC7}"/>
                  </a:ext>
                </a:extLst>
              </p:cNvPr>
              <p:cNvSpPr txBox="1"/>
              <p:nvPr/>
            </p:nvSpPr>
            <p:spPr>
              <a:xfrm>
                <a:off x="9641596" y="2928164"/>
                <a:ext cx="4243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1</a:t>
                </a:r>
                <a:endParaRPr lang="zh-CN" altLang="en-US" sz="2400" b="1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5D8C23C3-E5FE-E8D5-44D1-8D0ECD1783D4}"/>
                  </a:ext>
                </a:extLst>
              </p:cNvPr>
              <p:cNvSpPr txBox="1"/>
              <p:nvPr/>
            </p:nvSpPr>
            <p:spPr>
              <a:xfrm>
                <a:off x="7978276" y="2928164"/>
                <a:ext cx="4243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24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1</a:t>
                </a:r>
                <a:endParaRPr lang="zh-CN" altLang="en-US" sz="2400" b="1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</p:grp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93BBD9FB-1B48-5707-CC95-3A92B1B34454}"/>
                </a:ext>
              </a:extLst>
            </p:cNvPr>
            <p:cNvSpPr txBox="1"/>
            <p:nvPr/>
          </p:nvSpPr>
          <p:spPr>
            <a:xfrm>
              <a:off x="4920123" y="4306239"/>
              <a:ext cx="233910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accent1">
                      <a:lumMod val="75000"/>
                    </a:schemeClr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（已登录状态）</a:t>
              </a: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7F44FDF9-760B-6FA4-B70C-0CE24F31BF52}"/>
                </a:ext>
              </a:extLst>
            </p:cNvPr>
            <p:cNvSpPr txBox="1"/>
            <p:nvPr/>
          </p:nvSpPr>
          <p:spPr>
            <a:xfrm>
              <a:off x="3812504" y="570472"/>
              <a:ext cx="446783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现谜</a:t>
              </a:r>
              <a:r>
                <a:rPr lang="en-US" altLang="zh-CN" sz="2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023+001i      </a:t>
              </a:r>
              <a:r>
                <a:rPr lang="en-US" altLang="zh-CN" i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@Zeta-Xi-Upsilon</a:t>
              </a:r>
              <a:endParaRPr lang="zh-CN" altLang="en-US" sz="2400" i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93DD5E2-2606-C907-B33D-95D92FB75BC3}"/>
                </a:ext>
              </a:extLst>
            </p:cNvPr>
            <p:cNvSpPr txBox="1"/>
            <p:nvPr/>
          </p:nvSpPr>
          <p:spPr>
            <a:xfrm>
              <a:off x="6224785" y="5199699"/>
              <a:ext cx="19035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3600"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= </a:t>
              </a:r>
              <a:r>
                <a:rPr lang="en-US" altLang="zh-CN" sz="3600">
                  <a:solidFill>
                    <a:srgbClr val="C00000"/>
                  </a:solidFill>
                  <a:latin typeface="思源黑体 CN Medium" panose="020B0600000000000000" pitchFamily="34" charset="-122"/>
                  <a:ea typeface="思源黑体 CN Medium" panose="020B0600000000000000" pitchFamily="34" charset="-122"/>
                </a:rPr>
                <a:t>?????</a:t>
              </a:r>
              <a:endParaRPr lang="zh-CN" altLang="en-US" sz="3600">
                <a:solidFill>
                  <a:srgbClr val="C00000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1958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95</TotalTime>
  <Words>25</Words>
  <Application>Microsoft Office PowerPoint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思源黑体 CN</vt:lpstr>
      <vt:lpstr>思源黑体 CN Medium</vt:lpstr>
      <vt:lpstr>Arial</vt:lpstr>
      <vt:lpstr>Calibri</vt:lpstr>
      <vt:lpstr>Calibri Light</vt:lpstr>
      <vt:lpstr>Office 2013 - 2022 主题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Xinyi</dc:creator>
  <cp:lastModifiedBy>Zheng, Xinyi</cp:lastModifiedBy>
  <cp:revision>3</cp:revision>
  <dcterms:created xsi:type="dcterms:W3CDTF">2025-10-24T05:58:57Z</dcterms:created>
  <dcterms:modified xsi:type="dcterms:W3CDTF">2025-10-24T13:44:03Z</dcterms:modified>
</cp:coreProperties>
</file>