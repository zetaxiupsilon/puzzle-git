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FF61"/>
    <a:srgbClr val="25FF25"/>
    <a:srgbClr val="00E800"/>
    <a:srgbClr val="00AC00"/>
    <a:srgbClr val="007000"/>
    <a:srgbClr val="00C400"/>
    <a:srgbClr val="00E200"/>
    <a:srgbClr val="29FF29"/>
    <a:srgbClr val="66FF66"/>
    <a:srgbClr val="002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3545B-2E2D-4915-BDDF-A6FD89BA7856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472ED-E5F0-4984-A9CB-1E0C5C04B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507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472ED-E5F0-4984-A9CB-1E0C5C04B88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335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D7773-1222-C32D-F936-27034ADD6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41F6E0-7CC0-5528-1675-75C2DE6A4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A0291-6811-9FC9-5F22-EFBE98D7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DF725-1F20-EFF6-F0C6-8E8F581B9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24F4F-CF8B-3959-E43F-523A90D3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720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6A4D5-C9CD-3BFF-B497-9E695397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0191D2-3AF9-25D9-A048-6614B6290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F0108-DD2D-1BA1-FC8F-28AD9D039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2FE50A-6485-0701-30D8-325D1281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06A6C2-2E49-9F53-8C5B-542FD80BA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041403-27FE-D3DB-8771-B5D2DE8D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C38AFF-C733-C1F0-9879-64CBE2378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279CBC-FA88-ECA5-1F77-A8CB3C9DB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05A21-4FA4-F10D-43B0-EFABA109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60711D-8AE3-0E16-82F2-AFE87E57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61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0C880-BCD3-9013-9753-278100D9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D64419-30D1-6B5D-2A57-0DAB213BB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E20633-E57E-BEE7-544F-710B533F5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FB3AE2-14A5-2BA0-4036-87C02CF9E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7CEE7B-A986-51FE-4B3A-F93C20BE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14F93D-F1B5-177D-74B6-969E5CBE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80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C4457-5273-8028-3B51-874D3F70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E01AEA-AD25-D6D2-3B58-5003E1600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EB95B9-E9FF-2BD1-9753-40ECD93DA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710A8B-B592-0690-5151-9D053CC65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2401DF-D4A8-2D5F-1621-FC82C343FD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AD72F0-68F4-D556-ACF0-63B31833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6D9285-7D6A-0C78-6655-A063063F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F0EE7B-12BD-41B1-4B39-D18F3853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2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B0BB8-E8A7-C27A-B4D9-E34DC31D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B138DD-C1CC-79E3-332D-3B64C1384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060AFA-DED0-3C5F-9392-3053527D0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017D1A-66A3-4A37-899E-28028EEA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522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F10D6D-0CB6-13B8-4BF4-727A956D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321FC8-860E-63C2-6959-0CEDF259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D9FC2F-16E9-CD2E-00EC-BAEB0B74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91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51087-0235-4DFE-2CCA-7145B925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B04465-EDBD-3228-10DF-CFD92D546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0ED756-6707-FEBD-49B4-DB94534C1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248ED3-E51E-94D6-BACC-71C58300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853545-C0A9-4548-2B24-D57B9E78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6B5048-59FE-A9D7-D9EA-D1DC9E4B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313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FD64-6D57-FFB1-EBE3-9A9CEECE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E8F52F-96C7-E608-A965-293996192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F5AA57-9F2E-3107-6678-81379C683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D25E6F-4B03-14C0-4E33-08B65827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6592A3-E2FC-092E-B98A-7E8B58275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B83FF-1E90-8242-821D-F6AB8DBF6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39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E049F-CCC4-8E3A-A19E-85E7AD52E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6AE49B-F68C-137A-E739-2DB302F42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6B1492-5916-5C5A-7A7C-27A46EDE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CAE6E4-4FB1-0C50-76E9-7005ED6B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CBE038-CBA1-10F9-D0A2-24D68669B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100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949B2A-A880-DFEE-83C9-0E495D652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CE63C0-0638-0C46-0D2B-B36F574F0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1258D-BAEB-B866-12B7-F44E6FC06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BB4FCB-7497-ADC9-76D2-D6F41DB6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7C2680-D984-1EE6-007D-13FF48B2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8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E924FE-054B-EA78-A1D4-E383E22C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9D53F9-7708-2DAF-C610-1EB9A3262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F4693-FB26-9FE9-F243-ED8EF6AC8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9A363-EA4A-4942-B882-AEE1C1FCD02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308733-D42F-BBF6-1A6A-A9CCD0564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A9DDC5-9090-9D4D-9622-9B53C5519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99CB8-59D0-4D99-90FF-E8D30A16B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506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2D56330F-C68E-64B0-B128-7E32E7A80871}"/>
              </a:ext>
            </a:extLst>
          </p:cNvPr>
          <p:cNvGrpSpPr/>
          <p:nvPr/>
        </p:nvGrpSpPr>
        <p:grpSpPr>
          <a:xfrm>
            <a:off x="540772" y="-1"/>
            <a:ext cx="5223420" cy="6858001"/>
            <a:chOff x="540772" y="-1"/>
            <a:chExt cx="5223420" cy="6858001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539F919-C26B-9137-4695-A970D8A799A2}"/>
                </a:ext>
              </a:extLst>
            </p:cNvPr>
            <p:cNvSpPr/>
            <p:nvPr/>
          </p:nvSpPr>
          <p:spPr>
            <a:xfrm>
              <a:off x="540773" y="-1"/>
              <a:ext cx="5223419" cy="68580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4EE6C35-71FB-6127-867B-F97063B682F3}"/>
                </a:ext>
              </a:extLst>
            </p:cNvPr>
            <p:cNvSpPr/>
            <p:nvPr/>
          </p:nvSpPr>
          <p:spPr>
            <a:xfrm>
              <a:off x="1715729" y="44246"/>
              <a:ext cx="294963" cy="442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67AB49F8-320F-B356-28AC-5AD88BF7512C}"/>
                </a:ext>
              </a:extLst>
            </p:cNvPr>
            <p:cNvSpPr/>
            <p:nvPr/>
          </p:nvSpPr>
          <p:spPr>
            <a:xfrm>
              <a:off x="1514168" y="3765755"/>
              <a:ext cx="1248697" cy="1297858"/>
            </a:xfrm>
            <a:custGeom>
              <a:avLst/>
              <a:gdLst>
                <a:gd name="connsiteX0" fmla="*/ 0 w 1248697"/>
                <a:gd name="connsiteY0" fmla="*/ 0 h 1297858"/>
                <a:gd name="connsiteX1" fmla="*/ 540774 w 1248697"/>
                <a:gd name="connsiteY1" fmla="*/ 747252 h 1297858"/>
                <a:gd name="connsiteX2" fmla="*/ 1248697 w 1248697"/>
                <a:gd name="connsiteY2" fmla="*/ 1297858 h 1297858"/>
                <a:gd name="connsiteX0" fmla="*/ 0 w 1248697"/>
                <a:gd name="connsiteY0" fmla="*/ 0 h 1297858"/>
                <a:gd name="connsiteX1" fmla="*/ 511278 w 1248697"/>
                <a:gd name="connsiteY1" fmla="*/ 786581 h 1297858"/>
                <a:gd name="connsiteX2" fmla="*/ 1248697 w 1248697"/>
                <a:gd name="connsiteY2" fmla="*/ 1297858 h 1297858"/>
                <a:gd name="connsiteX0" fmla="*/ 0 w 1248697"/>
                <a:gd name="connsiteY0" fmla="*/ 0 h 1297858"/>
                <a:gd name="connsiteX1" fmla="*/ 511278 w 1248697"/>
                <a:gd name="connsiteY1" fmla="*/ 786581 h 1297858"/>
                <a:gd name="connsiteX2" fmla="*/ 1248697 w 1248697"/>
                <a:gd name="connsiteY2" fmla="*/ 1297858 h 1297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8697" h="1297858">
                  <a:moveTo>
                    <a:pt x="0" y="0"/>
                  </a:moveTo>
                  <a:cubicBezTo>
                    <a:pt x="166329" y="265471"/>
                    <a:pt x="136013" y="373626"/>
                    <a:pt x="511278" y="786581"/>
                  </a:cubicBezTo>
                  <a:cubicBezTo>
                    <a:pt x="886543" y="1199536"/>
                    <a:pt x="998793" y="1130710"/>
                    <a:pt x="1248697" y="1297858"/>
                  </a:cubicBezTo>
                </a:path>
              </a:pathLst>
            </a:cu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连接符: 曲线 24">
              <a:extLst>
                <a:ext uri="{FF2B5EF4-FFF2-40B4-BE49-F238E27FC236}">
                  <a16:creationId xmlns:a16="http://schemas.microsoft.com/office/drawing/2014/main" id="{492E884D-05ED-301D-2C9D-3BBD05F6FA51}"/>
                </a:ext>
              </a:extLst>
            </p:cNvPr>
            <p:cNvCxnSpPr>
              <a:stCxn id="7" idx="3"/>
              <a:endCxn id="9" idx="3"/>
            </p:cNvCxnSpPr>
            <p:nvPr/>
          </p:nvCxnSpPr>
          <p:spPr>
            <a:xfrm>
              <a:off x="2413821" y="1238866"/>
              <a:ext cx="12700" cy="1096296"/>
            </a:xfrm>
            <a:prstGeom prst="curvedConnector3">
              <a:avLst>
                <a:gd name="adj1" fmla="val 6367740"/>
              </a:avLst>
            </a:pr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23C5F71-342D-E095-0B33-66E5D308E42B}"/>
                </a:ext>
              </a:extLst>
            </p:cNvPr>
            <p:cNvSpPr/>
            <p:nvPr/>
          </p:nvSpPr>
          <p:spPr>
            <a:xfrm>
              <a:off x="2008238" y="3082412"/>
              <a:ext cx="403124" cy="69809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B43743A-74E1-AF1B-73ED-A62E1B96FCA9}"/>
                </a:ext>
              </a:extLst>
            </p:cNvPr>
            <p:cNvSpPr/>
            <p:nvPr/>
          </p:nvSpPr>
          <p:spPr>
            <a:xfrm>
              <a:off x="3070528" y="4692446"/>
              <a:ext cx="403127" cy="717754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AAA5632-D981-5B7A-71D5-7EE5F1B7F0A6}"/>
                </a:ext>
              </a:extLst>
            </p:cNvPr>
            <p:cNvSpPr/>
            <p:nvPr/>
          </p:nvSpPr>
          <p:spPr>
            <a:xfrm>
              <a:off x="1120877" y="889820"/>
              <a:ext cx="403124" cy="69809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E5CA61D-687F-D0E4-CC29-2D64CFEBFFBE}"/>
                </a:ext>
              </a:extLst>
            </p:cNvPr>
            <p:cNvSpPr/>
            <p:nvPr/>
          </p:nvSpPr>
          <p:spPr>
            <a:xfrm>
              <a:off x="825910" y="49161"/>
              <a:ext cx="698091" cy="44245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11FDDF5-5E46-F787-4AB0-252D5A6975BE}"/>
                </a:ext>
              </a:extLst>
            </p:cNvPr>
            <p:cNvSpPr/>
            <p:nvPr/>
          </p:nvSpPr>
          <p:spPr>
            <a:xfrm>
              <a:off x="1715730" y="49161"/>
              <a:ext cx="698091" cy="44245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BF9018F-CFDA-5DEA-17CA-867C70E885C4}"/>
                </a:ext>
              </a:extLst>
            </p:cNvPr>
            <p:cNvSpPr/>
            <p:nvPr/>
          </p:nvSpPr>
          <p:spPr>
            <a:xfrm>
              <a:off x="825910" y="889820"/>
              <a:ext cx="698091" cy="69809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B2DF475-5D5F-EC36-1320-3001E7A3A7FC}"/>
                </a:ext>
              </a:extLst>
            </p:cNvPr>
            <p:cNvSpPr/>
            <p:nvPr/>
          </p:nvSpPr>
          <p:spPr>
            <a:xfrm>
              <a:off x="825910" y="1986116"/>
              <a:ext cx="698091" cy="69809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3BE48CF-1317-57A0-C148-35305EE5DED8}"/>
                </a:ext>
              </a:extLst>
            </p:cNvPr>
            <p:cNvSpPr/>
            <p:nvPr/>
          </p:nvSpPr>
          <p:spPr>
            <a:xfrm>
              <a:off x="1715730" y="1986116"/>
              <a:ext cx="698091" cy="698091"/>
            </a:xfrm>
            <a:prstGeom prst="rect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14FB0FD-D2FC-026A-7CB3-A00786295B0A}"/>
                </a:ext>
              </a:extLst>
            </p:cNvPr>
            <p:cNvSpPr/>
            <p:nvPr/>
          </p:nvSpPr>
          <p:spPr>
            <a:xfrm>
              <a:off x="1715730" y="3082412"/>
              <a:ext cx="698091" cy="69809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66719B2-4B9F-FEBD-FE66-A1352A23ECF2}"/>
                </a:ext>
              </a:extLst>
            </p:cNvPr>
            <p:cNvSpPr/>
            <p:nvPr/>
          </p:nvSpPr>
          <p:spPr>
            <a:xfrm>
              <a:off x="825910" y="4178708"/>
              <a:ext cx="698091" cy="69809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C2E4643-0D3D-C2E5-9388-F22731348A8E}"/>
                </a:ext>
              </a:extLst>
            </p:cNvPr>
            <p:cNvSpPr/>
            <p:nvPr/>
          </p:nvSpPr>
          <p:spPr>
            <a:xfrm>
              <a:off x="1715730" y="4178708"/>
              <a:ext cx="698091" cy="69809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04C424E-C74B-450B-A521-2215D720A108}"/>
                </a:ext>
              </a:extLst>
            </p:cNvPr>
            <p:cNvSpPr/>
            <p:nvPr/>
          </p:nvSpPr>
          <p:spPr>
            <a:xfrm>
              <a:off x="825910" y="6371300"/>
              <a:ext cx="698091" cy="44245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96BFA5B-E220-D7CD-9873-A958D54E8797}"/>
                </a:ext>
              </a:extLst>
            </p:cNvPr>
            <p:cNvSpPr/>
            <p:nvPr/>
          </p:nvSpPr>
          <p:spPr>
            <a:xfrm>
              <a:off x="1715730" y="6371300"/>
              <a:ext cx="698091" cy="44245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48D6B31-5C51-D0DB-F5E3-C3C980AFE92C}"/>
                </a:ext>
              </a:extLst>
            </p:cNvPr>
            <p:cNvSpPr/>
            <p:nvPr/>
          </p:nvSpPr>
          <p:spPr>
            <a:xfrm>
              <a:off x="2775566" y="1437968"/>
              <a:ext cx="698091" cy="69809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FE06A02-B43B-44F1-56F9-05DD4B99A49C}"/>
                </a:ext>
              </a:extLst>
            </p:cNvPr>
            <p:cNvSpPr/>
            <p:nvPr/>
          </p:nvSpPr>
          <p:spPr>
            <a:xfrm>
              <a:off x="825910" y="5275004"/>
              <a:ext cx="698091" cy="69809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2AAE3BB-2572-E277-6ADC-7F14420CA711}"/>
                </a:ext>
              </a:extLst>
            </p:cNvPr>
            <p:cNvSpPr/>
            <p:nvPr/>
          </p:nvSpPr>
          <p:spPr>
            <a:xfrm>
              <a:off x="2775565" y="4702278"/>
              <a:ext cx="698091" cy="698091"/>
            </a:xfrm>
            <a:prstGeom prst="rect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9E5032EF-C670-F1DD-402D-675A4C1DAD82}"/>
                </a:ext>
              </a:extLst>
            </p:cNvPr>
            <p:cNvSpPr/>
            <p:nvPr/>
          </p:nvSpPr>
          <p:spPr>
            <a:xfrm>
              <a:off x="540772" y="6290187"/>
              <a:ext cx="3736258" cy="567812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70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FF31415-F536-377E-21DC-B3E229275CF9}"/>
                </a:ext>
              </a:extLst>
            </p:cNvPr>
            <p:cNvSpPr/>
            <p:nvPr/>
          </p:nvSpPr>
          <p:spPr>
            <a:xfrm flipV="1">
              <a:off x="540772" y="-1"/>
              <a:ext cx="3736258" cy="567812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70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60DE6A9-C43C-E03D-5D46-907FECB60BDB}"/>
                </a:ext>
              </a:extLst>
            </p:cNvPr>
            <p:cNvSpPr txBox="1"/>
            <p:nvPr/>
          </p:nvSpPr>
          <p:spPr>
            <a:xfrm>
              <a:off x="3772788" y="1525403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2">
                      <a:lumMod val="50000"/>
                    </a:schemeClr>
                  </a:solidFill>
                  <a:latin typeface="思源宋体 CN SemiBold" panose="02020600000000000000" pitchFamily="18" charset="-122"/>
                  <a:ea typeface="思源宋体 CN SemiBold" panose="02020600000000000000" pitchFamily="18" charset="-122"/>
                </a:rPr>
                <a:t>道教人物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F7C9451-0A9C-99A9-929F-E058C7BEA22A}"/>
                </a:ext>
              </a:extLst>
            </p:cNvPr>
            <p:cNvSpPr txBox="1"/>
            <p:nvPr/>
          </p:nvSpPr>
          <p:spPr>
            <a:xfrm>
              <a:off x="3772788" y="4798664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2">
                      <a:lumMod val="50000"/>
                    </a:schemeClr>
                  </a:solidFill>
                  <a:latin typeface="思源宋体 CN SemiBold" panose="02020600000000000000" pitchFamily="18" charset="-122"/>
                  <a:ea typeface="思源宋体 CN SemiBold" panose="02020600000000000000" pitchFamily="18" charset="-122"/>
                </a:rPr>
                <a:t>清代名人</a:t>
              </a: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162EF8E9-312E-1D28-A7A6-2EA171342828}"/>
                </a:ext>
              </a:extLst>
            </p:cNvPr>
            <p:cNvGrpSpPr/>
            <p:nvPr/>
          </p:nvGrpSpPr>
          <p:grpSpPr>
            <a:xfrm>
              <a:off x="1716959" y="895958"/>
              <a:ext cx="695633" cy="683346"/>
              <a:chOff x="1716959" y="895958"/>
              <a:chExt cx="695633" cy="683346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A38EB72-E467-C319-E49B-6B5303303986}"/>
                  </a:ext>
                </a:extLst>
              </p:cNvPr>
              <p:cNvSpPr/>
              <p:nvPr/>
            </p:nvSpPr>
            <p:spPr>
              <a:xfrm>
                <a:off x="1716959" y="895958"/>
                <a:ext cx="695633" cy="344128"/>
              </a:xfrm>
              <a:prstGeom prst="rect">
                <a:avLst/>
              </a:prstGeom>
              <a:solidFill>
                <a:srgbClr val="F7C64B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FDF4CBE3-3780-5A8E-1B73-571125E0D6FB}"/>
                  </a:ext>
                </a:extLst>
              </p:cNvPr>
              <p:cNvSpPr/>
              <p:nvPr/>
            </p:nvSpPr>
            <p:spPr>
              <a:xfrm>
                <a:off x="1716959" y="1235176"/>
                <a:ext cx="695633" cy="344128"/>
              </a:xfrm>
              <a:prstGeom prst="rect">
                <a:avLst/>
              </a:prstGeom>
              <a:solidFill>
                <a:srgbClr val="F7C64B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F1432B6C-CCFD-8027-777D-E9BA8FA9CFAD}"/>
                </a:ext>
              </a:extLst>
            </p:cNvPr>
            <p:cNvGrpSpPr/>
            <p:nvPr/>
          </p:nvGrpSpPr>
          <p:grpSpPr>
            <a:xfrm>
              <a:off x="2775564" y="1437968"/>
              <a:ext cx="698091" cy="698091"/>
              <a:chOff x="6499126" y="2819401"/>
              <a:chExt cx="698091" cy="698091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AF29667F-E1AC-307E-131A-6E10DFE76962}"/>
                  </a:ext>
                </a:extLst>
              </p:cNvPr>
              <p:cNvSpPr/>
              <p:nvPr/>
            </p:nvSpPr>
            <p:spPr>
              <a:xfrm>
                <a:off x="6499127" y="2819401"/>
                <a:ext cx="294963" cy="69809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EA15934B-D091-A6A9-CA32-3C5347C3BA41}"/>
                  </a:ext>
                </a:extLst>
              </p:cNvPr>
              <p:cNvSpPr/>
              <p:nvPr/>
            </p:nvSpPr>
            <p:spPr>
              <a:xfrm>
                <a:off x="6499126" y="2819401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6420AA9-6DFF-627F-4F5D-0D03D411FD22}"/>
                </a:ext>
              </a:extLst>
            </p:cNvPr>
            <p:cNvSpPr/>
            <p:nvPr/>
          </p:nvSpPr>
          <p:spPr>
            <a:xfrm>
              <a:off x="1715730" y="889820"/>
              <a:ext cx="698091" cy="698091"/>
            </a:xfrm>
            <a:prstGeom prst="rect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5EC8663B-115C-4CB8-C605-BAA1524B73DF}"/>
                </a:ext>
              </a:extLst>
            </p:cNvPr>
            <p:cNvGrpSpPr/>
            <p:nvPr/>
          </p:nvGrpSpPr>
          <p:grpSpPr>
            <a:xfrm>
              <a:off x="1715729" y="5278696"/>
              <a:ext cx="695633" cy="683346"/>
              <a:chOff x="1716959" y="895958"/>
              <a:chExt cx="695633" cy="683346"/>
            </a:xfrm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50449B9F-33E4-4708-A58A-AF57EFA75959}"/>
                  </a:ext>
                </a:extLst>
              </p:cNvPr>
              <p:cNvSpPr/>
              <p:nvPr/>
            </p:nvSpPr>
            <p:spPr>
              <a:xfrm>
                <a:off x="1716959" y="895958"/>
                <a:ext cx="695633" cy="344128"/>
              </a:xfrm>
              <a:prstGeom prst="rect">
                <a:avLst/>
              </a:prstGeom>
              <a:solidFill>
                <a:srgbClr val="F7C64B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5CF172A-9026-39DD-4152-4947E05F74A7}"/>
                  </a:ext>
                </a:extLst>
              </p:cNvPr>
              <p:cNvSpPr/>
              <p:nvPr/>
            </p:nvSpPr>
            <p:spPr>
              <a:xfrm>
                <a:off x="1716959" y="1235176"/>
                <a:ext cx="695633" cy="344128"/>
              </a:xfrm>
              <a:prstGeom prst="rect">
                <a:avLst/>
              </a:prstGeom>
              <a:solidFill>
                <a:srgbClr val="F7C64B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1E897D8-DBEE-3819-C20D-E237F64357ED}"/>
                </a:ext>
              </a:extLst>
            </p:cNvPr>
            <p:cNvSpPr/>
            <p:nvPr/>
          </p:nvSpPr>
          <p:spPr>
            <a:xfrm>
              <a:off x="1715730" y="5275004"/>
              <a:ext cx="698091" cy="69809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310B71AF-DA7C-25E5-F5A8-862B910C39D2}"/>
                </a:ext>
              </a:extLst>
            </p:cNvPr>
            <p:cNvGrpSpPr/>
            <p:nvPr/>
          </p:nvGrpSpPr>
          <p:grpSpPr>
            <a:xfrm>
              <a:off x="833281" y="3082411"/>
              <a:ext cx="688259" cy="683343"/>
              <a:chOff x="825910" y="3079954"/>
              <a:chExt cx="688259" cy="683343"/>
            </a:xfrm>
          </p:grpSpPr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A5347D5F-3313-6636-5F2A-33A261F06DC2}"/>
                  </a:ext>
                </a:extLst>
              </p:cNvPr>
              <p:cNvSpPr/>
              <p:nvPr/>
            </p:nvSpPr>
            <p:spPr>
              <a:xfrm>
                <a:off x="825910" y="3079954"/>
                <a:ext cx="339214" cy="683343"/>
              </a:xfrm>
              <a:prstGeom prst="rect">
                <a:avLst/>
              </a:prstGeom>
              <a:solidFill>
                <a:srgbClr val="FCE8B6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3497D2F3-3C9A-8897-8A59-D4961F5A1D39}"/>
                  </a:ext>
                </a:extLst>
              </p:cNvPr>
              <p:cNvSpPr/>
              <p:nvPr/>
            </p:nvSpPr>
            <p:spPr>
              <a:xfrm>
                <a:off x="1174955" y="3079954"/>
                <a:ext cx="339214" cy="683343"/>
              </a:xfrm>
              <a:prstGeom prst="rect">
                <a:avLst/>
              </a:prstGeom>
              <a:solidFill>
                <a:srgbClr val="FCE8B6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F24FB3F-FFF1-8344-C77C-DBD33BE83426}"/>
                </a:ext>
              </a:extLst>
            </p:cNvPr>
            <p:cNvSpPr/>
            <p:nvPr/>
          </p:nvSpPr>
          <p:spPr>
            <a:xfrm>
              <a:off x="825910" y="3082412"/>
              <a:ext cx="698091" cy="698091"/>
            </a:xfrm>
            <a:prstGeom prst="rect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899192A2-B003-6419-1E13-152B7F9737F0}"/>
                </a:ext>
              </a:extLst>
            </p:cNvPr>
            <p:cNvGrpSpPr/>
            <p:nvPr/>
          </p:nvGrpSpPr>
          <p:grpSpPr>
            <a:xfrm>
              <a:off x="4675991" y="3070122"/>
              <a:ext cx="717754" cy="717754"/>
              <a:chOff x="7723309" y="4129809"/>
              <a:chExt cx="717754" cy="717754"/>
            </a:xfrm>
          </p:grpSpPr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0FE8E3F2-A033-8FD7-EFBB-EEDC6C424869}"/>
                  </a:ext>
                </a:extLst>
              </p:cNvPr>
              <p:cNvGrpSpPr/>
              <p:nvPr/>
            </p:nvGrpSpPr>
            <p:grpSpPr>
              <a:xfrm>
                <a:off x="7733141" y="4129809"/>
                <a:ext cx="698090" cy="717754"/>
                <a:chOff x="7682295" y="3372366"/>
                <a:chExt cx="698090" cy="717754"/>
              </a:xfrm>
            </p:grpSpPr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84562316-3CD6-F3D5-AB79-0B89B3FE975A}"/>
                    </a:ext>
                  </a:extLst>
                </p:cNvPr>
                <p:cNvSpPr/>
                <p:nvPr/>
              </p:nvSpPr>
              <p:spPr>
                <a:xfrm>
                  <a:off x="7977258" y="3372366"/>
                  <a:ext cx="403127" cy="717754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8541E107-A27E-7B80-8978-ED2503706CAF}"/>
                    </a:ext>
                  </a:extLst>
                </p:cNvPr>
                <p:cNvSpPr/>
                <p:nvPr/>
              </p:nvSpPr>
              <p:spPr>
                <a:xfrm>
                  <a:off x="7682295" y="3372366"/>
                  <a:ext cx="294963" cy="717754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600A5CA7-9B63-EF5D-3378-7420ABBE7317}"/>
                  </a:ext>
                </a:extLst>
              </p:cNvPr>
              <p:cNvSpPr/>
              <p:nvPr/>
            </p:nvSpPr>
            <p:spPr>
              <a:xfrm>
                <a:off x="7723309" y="4129809"/>
                <a:ext cx="717754" cy="717754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6BB9247-729A-97C5-68B7-74DFF26C443C}"/>
                </a:ext>
              </a:extLst>
            </p:cNvPr>
            <p:cNvSpPr txBox="1"/>
            <p:nvPr/>
          </p:nvSpPr>
          <p:spPr>
            <a:xfrm>
              <a:off x="3188934" y="3237549"/>
              <a:ext cx="13701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ANSWER</a:t>
              </a:r>
              <a:endParaRPr lang="zh-CN" altLang="en-US" sz="2000" b="1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34246D76-5B3A-AAD1-E991-1E1545D9C3E0}"/>
              </a:ext>
            </a:extLst>
          </p:cNvPr>
          <p:cNvGrpSpPr/>
          <p:nvPr/>
        </p:nvGrpSpPr>
        <p:grpSpPr>
          <a:xfrm>
            <a:off x="6472243" y="2456"/>
            <a:ext cx="5223420" cy="6858001"/>
            <a:chOff x="6472243" y="-4919"/>
            <a:chExt cx="5223420" cy="685800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B5C27AA4-71F4-B695-5DEA-51F4553CEFD6}"/>
                </a:ext>
              </a:extLst>
            </p:cNvPr>
            <p:cNvGrpSpPr/>
            <p:nvPr/>
          </p:nvGrpSpPr>
          <p:grpSpPr>
            <a:xfrm>
              <a:off x="6472243" y="-4919"/>
              <a:ext cx="5223420" cy="6858001"/>
              <a:chOff x="540772" y="-1"/>
              <a:chExt cx="5223420" cy="6858001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1898073D-188F-8E5D-D159-FA34DAF797DF}"/>
                  </a:ext>
                </a:extLst>
              </p:cNvPr>
              <p:cNvSpPr/>
              <p:nvPr/>
            </p:nvSpPr>
            <p:spPr>
              <a:xfrm>
                <a:off x="540773" y="-1"/>
                <a:ext cx="5223419" cy="6858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61A9C0F-FF2A-2511-B385-E4053D85FB6D}"/>
                  </a:ext>
                </a:extLst>
              </p:cNvPr>
              <p:cNvSpPr/>
              <p:nvPr/>
            </p:nvSpPr>
            <p:spPr>
              <a:xfrm>
                <a:off x="1715729" y="44246"/>
                <a:ext cx="294963" cy="4424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8C8D0721-24B7-D964-DFCD-E59CBA87F374}"/>
                  </a:ext>
                </a:extLst>
              </p:cNvPr>
              <p:cNvSpPr/>
              <p:nvPr/>
            </p:nvSpPr>
            <p:spPr>
              <a:xfrm>
                <a:off x="1514168" y="3765755"/>
                <a:ext cx="1248697" cy="1297858"/>
              </a:xfrm>
              <a:custGeom>
                <a:avLst/>
                <a:gdLst>
                  <a:gd name="connsiteX0" fmla="*/ 0 w 1248697"/>
                  <a:gd name="connsiteY0" fmla="*/ 0 h 1297858"/>
                  <a:gd name="connsiteX1" fmla="*/ 540774 w 1248697"/>
                  <a:gd name="connsiteY1" fmla="*/ 747252 h 1297858"/>
                  <a:gd name="connsiteX2" fmla="*/ 1248697 w 1248697"/>
                  <a:gd name="connsiteY2" fmla="*/ 1297858 h 1297858"/>
                  <a:gd name="connsiteX0" fmla="*/ 0 w 1248697"/>
                  <a:gd name="connsiteY0" fmla="*/ 0 h 1297858"/>
                  <a:gd name="connsiteX1" fmla="*/ 511278 w 1248697"/>
                  <a:gd name="connsiteY1" fmla="*/ 786581 h 1297858"/>
                  <a:gd name="connsiteX2" fmla="*/ 1248697 w 1248697"/>
                  <a:gd name="connsiteY2" fmla="*/ 1297858 h 1297858"/>
                  <a:gd name="connsiteX0" fmla="*/ 0 w 1248697"/>
                  <a:gd name="connsiteY0" fmla="*/ 0 h 1297858"/>
                  <a:gd name="connsiteX1" fmla="*/ 511278 w 1248697"/>
                  <a:gd name="connsiteY1" fmla="*/ 786581 h 1297858"/>
                  <a:gd name="connsiteX2" fmla="*/ 1248697 w 1248697"/>
                  <a:gd name="connsiteY2" fmla="*/ 1297858 h 1297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48697" h="1297858">
                    <a:moveTo>
                      <a:pt x="0" y="0"/>
                    </a:moveTo>
                    <a:cubicBezTo>
                      <a:pt x="166329" y="265471"/>
                      <a:pt x="136013" y="373626"/>
                      <a:pt x="511278" y="786581"/>
                    </a:cubicBezTo>
                    <a:cubicBezTo>
                      <a:pt x="886543" y="1199536"/>
                      <a:pt x="998793" y="1130710"/>
                      <a:pt x="1248697" y="1297858"/>
                    </a:cubicBezTo>
                  </a:path>
                </a:pathLst>
              </a:custGeom>
              <a:ln w="38100">
                <a:solidFill>
                  <a:schemeClr val="accent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" name="连接符: 曲线 17">
                <a:extLst>
                  <a:ext uri="{FF2B5EF4-FFF2-40B4-BE49-F238E27FC236}">
                    <a16:creationId xmlns:a16="http://schemas.microsoft.com/office/drawing/2014/main" id="{047B3F11-D97B-DE40-BD05-FBF85474A7CE}"/>
                  </a:ext>
                </a:extLst>
              </p:cNvPr>
              <p:cNvCxnSpPr>
                <a:stCxn id="76" idx="3"/>
                <a:endCxn id="33" idx="3"/>
              </p:cNvCxnSpPr>
              <p:nvPr/>
            </p:nvCxnSpPr>
            <p:spPr>
              <a:xfrm>
                <a:off x="2413821" y="1238866"/>
                <a:ext cx="12700" cy="1096296"/>
              </a:xfrm>
              <a:prstGeom prst="curvedConnector3">
                <a:avLst>
                  <a:gd name="adj1" fmla="val 6367740"/>
                </a:avLst>
              </a:prstGeom>
              <a:ln w="38100">
                <a:solidFill>
                  <a:schemeClr val="accent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06196FEA-4980-03A4-6984-4E78B07F970A}"/>
                  </a:ext>
                </a:extLst>
              </p:cNvPr>
              <p:cNvSpPr/>
              <p:nvPr/>
            </p:nvSpPr>
            <p:spPr>
              <a:xfrm>
                <a:off x="2008238" y="3082412"/>
                <a:ext cx="403124" cy="69809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6765CB2E-287C-8EA0-B3A9-E7DCA2ED9217}"/>
                  </a:ext>
                </a:extLst>
              </p:cNvPr>
              <p:cNvSpPr/>
              <p:nvPr/>
            </p:nvSpPr>
            <p:spPr>
              <a:xfrm>
                <a:off x="3070528" y="4692446"/>
                <a:ext cx="403127" cy="717754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5919525A-A29A-C05C-6EC2-1CF7C11EC4FC}"/>
                  </a:ext>
                </a:extLst>
              </p:cNvPr>
              <p:cNvSpPr/>
              <p:nvPr/>
            </p:nvSpPr>
            <p:spPr>
              <a:xfrm>
                <a:off x="1120877" y="889820"/>
                <a:ext cx="403124" cy="69809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1B643D72-42B5-76E2-9B3C-26FB151B3948}"/>
                  </a:ext>
                </a:extLst>
              </p:cNvPr>
              <p:cNvSpPr/>
              <p:nvPr/>
            </p:nvSpPr>
            <p:spPr>
              <a:xfrm>
                <a:off x="825910" y="49161"/>
                <a:ext cx="698091" cy="4424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52AAD98-A111-73E8-E89E-C59672063C30}"/>
                  </a:ext>
                </a:extLst>
              </p:cNvPr>
              <p:cNvSpPr/>
              <p:nvPr/>
            </p:nvSpPr>
            <p:spPr>
              <a:xfrm>
                <a:off x="1715730" y="49161"/>
                <a:ext cx="698091" cy="4424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5991E3D-056F-FE1C-5C43-FBA53112308A}"/>
                  </a:ext>
                </a:extLst>
              </p:cNvPr>
              <p:cNvSpPr/>
              <p:nvPr/>
            </p:nvSpPr>
            <p:spPr>
              <a:xfrm>
                <a:off x="825910" y="889820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E04C9D1-E019-A8F2-F117-2A8CAF69EC0A}"/>
                  </a:ext>
                </a:extLst>
              </p:cNvPr>
              <p:cNvSpPr/>
              <p:nvPr/>
            </p:nvSpPr>
            <p:spPr>
              <a:xfrm>
                <a:off x="825910" y="1986116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BED730F-4D27-99B0-145F-7627B4CB077E}"/>
                  </a:ext>
                </a:extLst>
              </p:cNvPr>
              <p:cNvSpPr/>
              <p:nvPr/>
            </p:nvSpPr>
            <p:spPr>
              <a:xfrm>
                <a:off x="1715730" y="1986116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502B0E92-4080-0598-B367-5C909021C005}"/>
                  </a:ext>
                </a:extLst>
              </p:cNvPr>
              <p:cNvSpPr/>
              <p:nvPr/>
            </p:nvSpPr>
            <p:spPr>
              <a:xfrm>
                <a:off x="1715730" y="3082412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4E445203-73B2-28D9-F313-16C2861BFC8B}"/>
                  </a:ext>
                </a:extLst>
              </p:cNvPr>
              <p:cNvSpPr/>
              <p:nvPr/>
            </p:nvSpPr>
            <p:spPr>
              <a:xfrm>
                <a:off x="825910" y="4178708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5C3D10FB-08D9-4E7D-73D1-8EB850F22352}"/>
                  </a:ext>
                </a:extLst>
              </p:cNvPr>
              <p:cNvSpPr/>
              <p:nvPr/>
            </p:nvSpPr>
            <p:spPr>
              <a:xfrm>
                <a:off x="1715730" y="4178708"/>
                <a:ext cx="698091" cy="69809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7528FAC8-8346-582E-B571-DB5CADD0E422}"/>
                  </a:ext>
                </a:extLst>
              </p:cNvPr>
              <p:cNvSpPr/>
              <p:nvPr/>
            </p:nvSpPr>
            <p:spPr>
              <a:xfrm>
                <a:off x="825910" y="6371300"/>
                <a:ext cx="698091" cy="4424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CFA735D7-240E-D515-F6C2-BC29BBBAB809}"/>
                  </a:ext>
                </a:extLst>
              </p:cNvPr>
              <p:cNvSpPr/>
              <p:nvPr/>
            </p:nvSpPr>
            <p:spPr>
              <a:xfrm>
                <a:off x="1715730" y="6371300"/>
                <a:ext cx="698091" cy="4424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F64D7A9E-69DB-BD68-5491-EBA13DC110FA}"/>
                  </a:ext>
                </a:extLst>
              </p:cNvPr>
              <p:cNvSpPr/>
              <p:nvPr/>
            </p:nvSpPr>
            <p:spPr>
              <a:xfrm>
                <a:off x="2775566" y="1437968"/>
                <a:ext cx="698091" cy="69809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AF7E1A1-325C-7FA8-0D37-A18D7B8645C7}"/>
                  </a:ext>
                </a:extLst>
              </p:cNvPr>
              <p:cNvSpPr/>
              <p:nvPr/>
            </p:nvSpPr>
            <p:spPr>
              <a:xfrm>
                <a:off x="825910" y="5275004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DA4A6DE9-3BAA-53F6-BB98-A7694A6F3531}"/>
                  </a:ext>
                </a:extLst>
              </p:cNvPr>
              <p:cNvSpPr/>
              <p:nvPr/>
            </p:nvSpPr>
            <p:spPr>
              <a:xfrm>
                <a:off x="2775565" y="4702278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3A0F0D32-E5AE-D54C-A809-65694770C9D0}"/>
                  </a:ext>
                </a:extLst>
              </p:cNvPr>
              <p:cNvSpPr/>
              <p:nvPr/>
            </p:nvSpPr>
            <p:spPr>
              <a:xfrm>
                <a:off x="540772" y="6290187"/>
                <a:ext cx="3736258" cy="567812"/>
              </a:xfrm>
              <a:prstGeom prst="rect">
                <a:avLst/>
              </a:prstGeom>
              <a:gradFill>
                <a:gsLst>
                  <a:gs pos="100000">
                    <a:schemeClr val="bg1"/>
                  </a:gs>
                  <a:gs pos="7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D38314F-16B8-63F7-7807-0A06138BC436}"/>
                  </a:ext>
                </a:extLst>
              </p:cNvPr>
              <p:cNvSpPr/>
              <p:nvPr/>
            </p:nvSpPr>
            <p:spPr>
              <a:xfrm flipV="1">
                <a:off x="540772" y="-1"/>
                <a:ext cx="3736258" cy="567812"/>
              </a:xfrm>
              <a:prstGeom prst="rect">
                <a:avLst/>
              </a:prstGeom>
              <a:gradFill>
                <a:gsLst>
                  <a:gs pos="100000">
                    <a:schemeClr val="bg1"/>
                  </a:gs>
                  <a:gs pos="7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55DB5A05-9D22-EE96-E48E-26278C29EFFD}"/>
                  </a:ext>
                </a:extLst>
              </p:cNvPr>
              <p:cNvSpPr txBox="1"/>
              <p:nvPr/>
            </p:nvSpPr>
            <p:spPr>
              <a:xfrm>
                <a:off x="3772788" y="1525403"/>
                <a:ext cx="16209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>
                    <a:solidFill>
                      <a:schemeClr val="accent2">
                        <a:lumMod val="50000"/>
                      </a:schemeClr>
                    </a:solidFill>
                    <a:latin typeface="思源宋体 CN SemiBold" panose="02020600000000000000" pitchFamily="18" charset="-122"/>
                    <a:ea typeface="思源宋体 CN SemiBold" panose="02020600000000000000" pitchFamily="18" charset="-122"/>
                  </a:rPr>
                  <a:t>道教人物</a:t>
                </a: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7FA7BC82-080A-12C9-051B-E6530E732144}"/>
                  </a:ext>
                </a:extLst>
              </p:cNvPr>
              <p:cNvSpPr txBox="1"/>
              <p:nvPr/>
            </p:nvSpPr>
            <p:spPr>
              <a:xfrm>
                <a:off x="3772788" y="4798664"/>
                <a:ext cx="16209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>
                    <a:solidFill>
                      <a:schemeClr val="accent2">
                        <a:lumMod val="50000"/>
                      </a:schemeClr>
                    </a:solidFill>
                    <a:latin typeface="思源宋体 CN SemiBold" panose="02020600000000000000" pitchFamily="18" charset="-122"/>
                    <a:ea typeface="思源宋体 CN SemiBold" panose="02020600000000000000" pitchFamily="18" charset="-122"/>
                  </a:rPr>
                  <a:t>清代名人</a:t>
                </a:r>
              </a:p>
            </p:txBody>
          </p: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6F9B461B-ABDB-97C5-81D0-B3FFD5823608}"/>
                  </a:ext>
                </a:extLst>
              </p:cNvPr>
              <p:cNvGrpSpPr/>
              <p:nvPr/>
            </p:nvGrpSpPr>
            <p:grpSpPr>
              <a:xfrm>
                <a:off x="1716959" y="895958"/>
                <a:ext cx="695633" cy="683346"/>
                <a:chOff x="1716959" y="895958"/>
                <a:chExt cx="695633" cy="683346"/>
              </a:xfrm>
            </p:grpSpPr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C0559F28-076D-C943-552E-BA39270CD9EF}"/>
                    </a:ext>
                  </a:extLst>
                </p:cNvPr>
                <p:cNvSpPr/>
                <p:nvPr/>
              </p:nvSpPr>
              <p:spPr>
                <a:xfrm>
                  <a:off x="1716959" y="895958"/>
                  <a:ext cx="695633" cy="344128"/>
                </a:xfrm>
                <a:prstGeom prst="rect">
                  <a:avLst/>
                </a:prstGeom>
                <a:solidFill>
                  <a:srgbClr val="F7C64B"/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C9E16722-42B8-95BE-5D19-A2646F321018}"/>
                    </a:ext>
                  </a:extLst>
                </p:cNvPr>
                <p:cNvSpPr/>
                <p:nvPr/>
              </p:nvSpPr>
              <p:spPr>
                <a:xfrm>
                  <a:off x="1716959" y="1235176"/>
                  <a:ext cx="695633" cy="344128"/>
                </a:xfrm>
                <a:prstGeom prst="rect">
                  <a:avLst/>
                </a:prstGeom>
                <a:solidFill>
                  <a:srgbClr val="F7C64B"/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AB8F6C9D-E1C6-0796-9DAD-2B7C0A142083}"/>
                  </a:ext>
                </a:extLst>
              </p:cNvPr>
              <p:cNvGrpSpPr/>
              <p:nvPr/>
            </p:nvGrpSpPr>
            <p:grpSpPr>
              <a:xfrm>
                <a:off x="2775564" y="1437968"/>
                <a:ext cx="698091" cy="698091"/>
                <a:chOff x="6499126" y="2819401"/>
                <a:chExt cx="698091" cy="698091"/>
              </a:xfrm>
            </p:grpSpPr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4BEBE051-8CB4-C82C-55C1-B04E9188B468}"/>
                    </a:ext>
                  </a:extLst>
                </p:cNvPr>
                <p:cNvSpPr/>
                <p:nvPr/>
              </p:nvSpPr>
              <p:spPr>
                <a:xfrm>
                  <a:off x="6499127" y="2819401"/>
                  <a:ext cx="294963" cy="69809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48488F6D-9AB3-9588-103D-D4423D07E6DA}"/>
                    </a:ext>
                  </a:extLst>
                </p:cNvPr>
                <p:cNvSpPr/>
                <p:nvPr/>
              </p:nvSpPr>
              <p:spPr>
                <a:xfrm>
                  <a:off x="6499126" y="2819401"/>
                  <a:ext cx="698091" cy="698091"/>
                </a:xfrm>
                <a:prstGeom prst="rect">
                  <a:avLst/>
                </a:prstGeom>
                <a:no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1C59CC62-FA39-6B50-5A57-735169ABF178}"/>
                  </a:ext>
                </a:extLst>
              </p:cNvPr>
              <p:cNvSpPr/>
              <p:nvPr/>
            </p:nvSpPr>
            <p:spPr>
              <a:xfrm>
                <a:off x="1715730" y="889820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8FD1D3FF-C1DD-C1E9-B101-5B8B7F211B55}"/>
                  </a:ext>
                </a:extLst>
              </p:cNvPr>
              <p:cNvGrpSpPr/>
              <p:nvPr/>
            </p:nvGrpSpPr>
            <p:grpSpPr>
              <a:xfrm>
                <a:off x="1715729" y="5278696"/>
                <a:ext cx="695633" cy="683346"/>
                <a:chOff x="1716959" y="895958"/>
                <a:chExt cx="695633" cy="683346"/>
              </a:xfrm>
            </p:grpSpPr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BA8836AB-851C-D57A-74EB-263415BBE4A2}"/>
                    </a:ext>
                  </a:extLst>
                </p:cNvPr>
                <p:cNvSpPr/>
                <p:nvPr/>
              </p:nvSpPr>
              <p:spPr>
                <a:xfrm>
                  <a:off x="1716959" y="895958"/>
                  <a:ext cx="695633" cy="344128"/>
                </a:xfrm>
                <a:prstGeom prst="rect">
                  <a:avLst/>
                </a:prstGeom>
                <a:solidFill>
                  <a:srgbClr val="F7C64B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C0462283-3105-F5F3-D7E9-C6439403C64A}"/>
                    </a:ext>
                  </a:extLst>
                </p:cNvPr>
                <p:cNvSpPr/>
                <p:nvPr/>
              </p:nvSpPr>
              <p:spPr>
                <a:xfrm>
                  <a:off x="1716959" y="1235176"/>
                  <a:ext cx="695633" cy="344128"/>
                </a:xfrm>
                <a:prstGeom prst="rect">
                  <a:avLst/>
                </a:prstGeom>
                <a:solidFill>
                  <a:srgbClr val="F7C64B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F761853-0CCF-9866-991B-EB534F81DD55}"/>
                  </a:ext>
                </a:extLst>
              </p:cNvPr>
              <p:cNvSpPr/>
              <p:nvPr/>
            </p:nvSpPr>
            <p:spPr>
              <a:xfrm>
                <a:off x="1715730" y="5275004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1831B28E-4A4C-92A9-E16E-F43B42F09DB3}"/>
                  </a:ext>
                </a:extLst>
              </p:cNvPr>
              <p:cNvGrpSpPr/>
              <p:nvPr/>
            </p:nvGrpSpPr>
            <p:grpSpPr>
              <a:xfrm>
                <a:off x="833281" y="3082411"/>
                <a:ext cx="688259" cy="683343"/>
                <a:chOff x="825910" y="3079954"/>
                <a:chExt cx="688259" cy="683343"/>
              </a:xfrm>
            </p:grpSpPr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A18ACACB-EBD9-56D4-5321-188457B79B7C}"/>
                    </a:ext>
                  </a:extLst>
                </p:cNvPr>
                <p:cNvSpPr/>
                <p:nvPr/>
              </p:nvSpPr>
              <p:spPr>
                <a:xfrm>
                  <a:off x="825910" y="3079954"/>
                  <a:ext cx="339214" cy="683343"/>
                </a:xfrm>
                <a:prstGeom prst="rect">
                  <a:avLst/>
                </a:prstGeom>
                <a:solidFill>
                  <a:srgbClr val="FCE8B6"/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BC9C0BF6-27FA-9A2F-5A3D-80410213C316}"/>
                    </a:ext>
                  </a:extLst>
                </p:cNvPr>
                <p:cNvSpPr/>
                <p:nvPr/>
              </p:nvSpPr>
              <p:spPr>
                <a:xfrm>
                  <a:off x="1174955" y="3079954"/>
                  <a:ext cx="339214" cy="683343"/>
                </a:xfrm>
                <a:prstGeom prst="rect">
                  <a:avLst/>
                </a:prstGeom>
                <a:solidFill>
                  <a:srgbClr val="FCE8B6"/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800E1A0C-AF07-3758-2A7F-EA051C7CEA66}"/>
                  </a:ext>
                </a:extLst>
              </p:cNvPr>
              <p:cNvSpPr/>
              <p:nvPr/>
            </p:nvSpPr>
            <p:spPr>
              <a:xfrm>
                <a:off x="825910" y="3082412"/>
                <a:ext cx="698091" cy="698091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2A564682-0BCC-48C3-7E6C-9B8A8CAEA97B}"/>
                  </a:ext>
                </a:extLst>
              </p:cNvPr>
              <p:cNvGrpSpPr/>
              <p:nvPr/>
            </p:nvGrpSpPr>
            <p:grpSpPr>
              <a:xfrm>
                <a:off x="4675991" y="3070122"/>
                <a:ext cx="717754" cy="717754"/>
                <a:chOff x="7723309" y="4129809"/>
                <a:chExt cx="717754" cy="717754"/>
              </a:xfrm>
            </p:grpSpPr>
            <p:grpSp>
              <p:nvGrpSpPr>
                <p:cNvPr id="83" name="组合 82">
                  <a:extLst>
                    <a:ext uri="{FF2B5EF4-FFF2-40B4-BE49-F238E27FC236}">
                      <a16:creationId xmlns:a16="http://schemas.microsoft.com/office/drawing/2014/main" id="{D79B0033-D55D-D5BE-6A5A-49ADCDE9E8CB}"/>
                    </a:ext>
                  </a:extLst>
                </p:cNvPr>
                <p:cNvGrpSpPr/>
                <p:nvPr/>
              </p:nvGrpSpPr>
              <p:grpSpPr>
                <a:xfrm>
                  <a:off x="7733141" y="4129809"/>
                  <a:ext cx="698090" cy="717754"/>
                  <a:chOff x="7682295" y="3372366"/>
                  <a:chExt cx="698090" cy="717754"/>
                </a:xfrm>
              </p:grpSpPr>
              <p:sp>
                <p:nvSpPr>
                  <p:cNvPr id="85" name="矩形 84">
                    <a:extLst>
                      <a:ext uri="{FF2B5EF4-FFF2-40B4-BE49-F238E27FC236}">
                        <a16:creationId xmlns:a16="http://schemas.microsoft.com/office/drawing/2014/main" id="{F3FDE84A-728E-813D-CF51-FCF9A3674E4D}"/>
                      </a:ext>
                    </a:extLst>
                  </p:cNvPr>
                  <p:cNvSpPr/>
                  <p:nvPr/>
                </p:nvSpPr>
                <p:spPr>
                  <a:xfrm>
                    <a:off x="7977258" y="3372366"/>
                    <a:ext cx="403127" cy="717754"/>
                  </a:xfrm>
                  <a:prstGeom prst="rect">
                    <a:avLst/>
                  </a:prstGeom>
                  <a:solidFill>
                    <a:schemeClr val="accent2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6" name="矩形 85">
                    <a:extLst>
                      <a:ext uri="{FF2B5EF4-FFF2-40B4-BE49-F238E27FC236}">
                        <a16:creationId xmlns:a16="http://schemas.microsoft.com/office/drawing/2014/main" id="{94CE883C-E8F1-269E-C87F-551666819EAC}"/>
                      </a:ext>
                    </a:extLst>
                  </p:cNvPr>
                  <p:cNvSpPr/>
                  <p:nvPr/>
                </p:nvSpPr>
                <p:spPr>
                  <a:xfrm>
                    <a:off x="7682295" y="3372366"/>
                    <a:ext cx="294963" cy="717754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6E64124A-E514-2143-B733-C506DA2860A0}"/>
                    </a:ext>
                  </a:extLst>
                </p:cNvPr>
                <p:cNvSpPr/>
                <p:nvPr/>
              </p:nvSpPr>
              <p:spPr>
                <a:xfrm>
                  <a:off x="7723309" y="4129809"/>
                  <a:ext cx="717754" cy="717754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4FB264AC-3B04-4973-63FB-52205E7963FE}"/>
                  </a:ext>
                </a:extLst>
              </p:cNvPr>
              <p:cNvSpPr txBox="1"/>
              <p:nvPr/>
            </p:nvSpPr>
            <p:spPr>
              <a:xfrm>
                <a:off x="3188934" y="3237549"/>
                <a:ext cx="13701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ANSWER</a:t>
                </a:r>
                <a:endParaRPr lang="zh-CN" altLang="en-US" sz="20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677A5C23-25CC-AD5A-287D-FBCEA39F5842}"/>
                </a:ext>
              </a:extLst>
            </p:cNvPr>
            <p:cNvSpPr txBox="1"/>
            <p:nvPr/>
          </p:nvSpPr>
          <p:spPr>
            <a:xfrm>
              <a:off x="6780137" y="70189"/>
              <a:ext cx="15385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b="1">
                  <a:solidFill>
                    <a:srgbClr val="C0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姑洗</a:t>
              </a: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7705F213-7629-9619-6873-65AE3F597F00}"/>
                </a:ext>
              </a:extLst>
            </p:cNvPr>
            <p:cNvSpPr txBox="1"/>
            <p:nvPr/>
          </p:nvSpPr>
          <p:spPr>
            <a:xfrm>
              <a:off x="6787472" y="545819"/>
              <a:ext cx="1538501" cy="5465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200000"/>
                </a:lnSpc>
              </a:pPr>
              <a:r>
                <a:rPr lang="zh-CN" altLang="en-US" sz="3600" b="1">
                  <a:solidFill>
                    <a:srgbClr val="C0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仲吕</a:t>
              </a:r>
              <a:endParaRPr lang="en-US" altLang="zh-CN" sz="3600" b="1">
                <a:solidFill>
                  <a:srgbClr val="C000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  <a:p>
              <a:pPr algn="dist">
                <a:lnSpc>
                  <a:spcPct val="200000"/>
                </a:lnSpc>
              </a:pPr>
              <a:r>
                <a:rPr lang="zh-CN" altLang="en-US" sz="3600" b="1">
                  <a:solidFill>
                    <a:srgbClr val="C0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蕤宾</a:t>
              </a:r>
              <a:endParaRPr lang="en-US" altLang="zh-CN" sz="3600" b="1">
                <a:solidFill>
                  <a:srgbClr val="C000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  <a:p>
              <a:pPr algn="dist">
                <a:lnSpc>
                  <a:spcPct val="200000"/>
                </a:lnSpc>
              </a:pPr>
              <a:r>
                <a:rPr lang="zh-CN" altLang="en-US" sz="3600" b="1">
                  <a:solidFill>
                    <a:srgbClr val="C0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林钟</a:t>
              </a:r>
              <a:endParaRPr lang="en-US" altLang="zh-CN" sz="3600" b="1">
                <a:solidFill>
                  <a:srgbClr val="C000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  <a:p>
              <a:pPr algn="dist">
                <a:lnSpc>
                  <a:spcPct val="200000"/>
                </a:lnSpc>
              </a:pPr>
              <a:r>
                <a:rPr lang="zh-CN" altLang="en-US" sz="3600" b="1">
                  <a:solidFill>
                    <a:srgbClr val="C0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夷则</a:t>
              </a:r>
              <a:endParaRPr lang="en-US" altLang="zh-CN" sz="3600" b="1">
                <a:solidFill>
                  <a:srgbClr val="C000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  <a:p>
              <a:pPr algn="dist">
                <a:lnSpc>
                  <a:spcPct val="200000"/>
                </a:lnSpc>
              </a:pPr>
              <a:r>
                <a:rPr lang="zh-CN" altLang="en-US" sz="3600" b="1">
                  <a:solidFill>
                    <a:srgbClr val="C0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南吕</a:t>
              </a: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5111A4BC-CBBF-4DCA-EBB0-7E80E483EBD6}"/>
                </a:ext>
              </a:extLst>
            </p:cNvPr>
            <p:cNvSpPr txBox="1"/>
            <p:nvPr/>
          </p:nvSpPr>
          <p:spPr>
            <a:xfrm>
              <a:off x="6780136" y="6124273"/>
              <a:ext cx="15385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b="1">
                  <a:solidFill>
                    <a:srgbClr val="C0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无射</a:t>
              </a: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B44B592D-BC57-BFE0-94E7-01AA58F62215}"/>
                </a:ext>
              </a:extLst>
            </p:cNvPr>
            <p:cNvSpPr txBox="1"/>
            <p:nvPr/>
          </p:nvSpPr>
          <p:spPr>
            <a:xfrm>
              <a:off x="9704259" y="307033"/>
              <a:ext cx="17551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左侧为十二律。</a:t>
              </a: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FABC5DD2-87AF-BB6A-3111-427200B1C885}"/>
                </a:ext>
              </a:extLst>
            </p:cNvPr>
            <p:cNvSpPr txBox="1"/>
            <p:nvPr/>
          </p:nvSpPr>
          <p:spPr>
            <a:xfrm>
              <a:off x="8734292" y="1462545"/>
              <a:ext cx="659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b="1">
                  <a:solidFill>
                    <a:srgbClr val="C0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洞</a:t>
              </a: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4AB95A1D-45C8-6639-C3A6-7CD25A94F21B}"/>
                </a:ext>
              </a:extLst>
            </p:cNvPr>
            <p:cNvSpPr txBox="1"/>
            <p:nvPr/>
          </p:nvSpPr>
          <p:spPr>
            <a:xfrm>
              <a:off x="8742265" y="4732190"/>
              <a:ext cx="659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b="1">
                  <a:solidFill>
                    <a:srgbClr val="C0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徐</a:t>
              </a: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7207BBD5-0F6C-C54F-E25F-355C2D6FDC95}"/>
                </a:ext>
              </a:extLst>
            </p:cNvPr>
            <p:cNvSpPr txBox="1"/>
            <p:nvPr/>
          </p:nvSpPr>
          <p:spPr>
            <a:xfrm>
              <a:off x="10648178" y="3114506"/>
              <a:ext cx="659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b="1">
                  <a:solidFill>
                    <a:srgbClr val="C0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涂</a:t>
              </a: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1F6757E9-1159-0000-676D-1DA6C3F9F0F0}"/>
              </a:ext>
            </a:extLst>
          </p:cNvPr>
          <p:cNvSpPr txBox="1"/>
          <p:nvPr/>
        </p:nvSpPr>
        <p:spPr>
          <a:xfrm>
            <a:off x="11022332" y="23842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rPr>
              <a:t>已撤稿</a:t>
            </a:r>
          </a:p>
        </p:txBody>
      </p:sp>
    </p:spTree>
    <p:extLst>
      <p:ext uri="{BB962C8B-B14F-4D97-AF65-F5344CB8AC3E}">
        <p14:creationId xmlns:p14="http://schemas.microsoft.com/office/powerpoint/2010/main" val="3793489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0958-B078-03E9-78AA-E2D70C4A2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BEC7931E-CDF9-6494-F0D5-EDA2210E0E10}"/>
              </a:ext>
            </a:extLst>
          </p:cNvPr>
          <p:cNvGrpSpPr/>
          <p:nvPr/>
        </p:nvGrpSpPr>
        <p:grpSpPr>
          <a:xfrm>
            <a:off x="1264920" y="1361522"/>
            <a:ext cx="4831080" cy="3756660"/>
            <a:chOff x="2971800" y="320040"/>
            <a:chExt cx="4831080" cy="3756660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214C4154-2FA9-6178-E588-8C85B4A608ED}"/>
                </a:ext>
              </a:extLst>
            </p:cNvPr>
            <p:cNvSpPr/>
            <p:nvPr/>
          </p:nvSpPr>
          <p:spPr>
            <a:xfrm>
              <a:off x="2971800" y="320040"/>
              <a:ext cx="4831080" cy="37566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627B2CFD-066B-7C60-0A2E-D9A744355DE1}"/>
                </a:ext>
              </a:extLst>
            </p:cNvPr>
            <p:cNvSpPr/>
            <p:nvPr/>
          </p:nvSpPr>
          <p:spPr>
            <a:xfrm>
              <a:off x="3195484" y="2486824"/>
              <a:ext cx="1071716" cy="10717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11AEDDD6-E030-2035-43D5-42F2036FCA7B}"/>
                </a:ext>
              </a:extLst>
            </p:cNvPr>
            <p:cNvSpPr/>
            <p:nvPr/>
          </p:nvSpPr>
          <p:spPr>
            <a:xfrm>
              <a:off x="4306529" y="2486824"/>
              <a:ext cx="1071716" cy="10717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D6AF59D2-D4F2-5E1C-B0CB-585A0C163CED}"/>
                </a:ext>
              </a:extLst>
            </p:cNvPr>
            <p:cNvSpPr/>
            <p:nvPr/>
          </p:nvSpPr>
          <p:spPr>
            <a:xfrm>
              <a:off x="5417574" y="2486824"/>
              <a:ext cx="1071716" cy="10717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ABECEFB0-F358-F31F-FD79-396A9045B5FC}"/>
                </a:ext>
              </a:extLst>
            </p:cNvPr>
            <p:cNvSpPr/>
            <p:nvPr/>
          </p:nvSpPr>
          <p:spPr>
            <a:xfrm>
              <a:off x="6528619" y="2486824"/>
              <a:ext cx="1071716" cy="10717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478BEBF9-D1D5-3472-F9EE-F628DF789878}"/>
                </a:ext>
              </a:extLst>
            </p:cNvPr>
            <p:cNvSpPr/>
            <p:nvPr/>
          </p:nvSpPr>
          <p:spPr>
            <a:xfrm>
              <a:off x="5417574" y="2838540"/>
              <a:ext cx="2182761" cy="720000"/>
            </a:xfrm>
            <a:prstGeom prst="rect">
              <a:avLst/>
            </a:prstGeom>
            <a:noFill/>
            <a:ln w="28575">
              <a:solidFill>
                <a:srgbClr val="377A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72E8"/>
                </a:solidFill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404D20BF-4664-6AF4-6E2D-8CD8CB4F66E5}"/>
                </a:ext>
              </a:extLst>
            </p:cNvPr>
            <p:cNvSpPr/>
            <p:nvPr/>
          </p:nvSpPr>
          <p:spPr>
            <a:xfrm>
              <a:off x="3726426" y="2486824"/>
              <a:ext cx="540774" cy="1071716"/>
            </a:xfrm>
            <a:prstGeom prst="rect">
              <a:avLst/>
            </a:prstGeom>
            <a:noFill/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5BA4049F-6F37-5671-C750-5E3523553B75}"/>
                </a:ext>
              </a:extLst>
            </p:cNvPr>
            <p:cNvSpPr/>
            <p:nvPr/>
          </p:nvSpPr>
          <p:spPr>
            <a:xfrm>
              <a:off x="4306529" y="2838540"/>
              <a:ext cx="1071716" cy="720000"/>
            </a:xfrm>
            <a:prstGeom prst="rect">
              <a:avLst/>
            </a:prstGeom>
            <a:noFill/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D1599350-A558-DB75-1938-0F44E148D9C9}"/>
                </a:ext>
              </a:extLst>
            </p:cNvPr>
            <p:cNvSpPr/>
            <p:nvPr/>
          </p:nvSpPr>
          <p:spPr>
            <a:xfrm>
              <a:off x="4306529" y="2486824"/>
              <a:ext cx="3293806" cy="326922"/>
            </a:xfrm>
            <a:prstGeom prst="rect">
              <a:avLst/>
            </a:prstGeom>
            <a:noFill/>
            <a:ln w="28575">
              <a:solidFill>
                <a:srgbClr val="E3DE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DA35D397-AF03-D181-F086-0D80F50B1DD6}"/>
                </a:ext>
              </a:extLst>
            </p:cNvPr>
            <p:cNvSpPr txBox="1"/>
            <p:nvPr/>
          </p:nvSpPr>
          <p:spPr>
            <a:xfrm>
              <a:off x="3195484" y="3583334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同音不同调的两个字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A665778C-BECC-FA5C-B386-424EFF6ED7D0}"/>
                </a:ext>
              </a:extLst>
            </p:cNvPr>
            <p:cNvSpPr txBox="1"/>
            <p:nvPr/>
          </p:nvSpPr>
          <p:spPr>
            <a:xfrm>
              <a:off x="6096000" y="3583334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0872E8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人的共同归宿</a:t>
              </a: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1E6DFBEE-783E-723D-8780-F27549FEFADA}"/>
                </a:ext>
              </a:extLst>
            </p:cNvPr>
            <p:cNvSpPr txBox="1"/>
            <p:nvPr/>
          </p:nvSpPr>
          <p:spPr>
            <a:xfrm>
              <a:off x="5168602" y="2092698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E3DE0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三个相同部首，共六十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A27378C9-B183-149E-F6BD-1583FF01721E}"/>
                </a:ext>
              </a:extLst>
            </p:cNvPr>
            <p:cNvSpPr txBox="1"/>
            <p:nvPr/>
          </p:nvSpPr>
          <p:spPr>
            <a:xfrm>
              <a:off x="3097649" y="1325713"/>
              <a:ext cx="26981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请回答该成语。</a:t>
              </a: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39C8C772-9C28-D353-8DE0-CB545757E044}"/>
                </a:ext>
              </a:extLst>
            </p:cNvPr>
            <p:cNvSpPr txBox="1"/>
            <p:nvPr/>
          </p:nvSpPr>
          <p:spPr>
            <a:xfrm>
              <a:off x="3068153" y="385228"/>
              <a:ext cx="22220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谜题连连看</a:t>
              </a:r>
              <a:r>
                <a:rPr lang="en-US" altLang="zh-CN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0??</a:t>
              </a:r>
              <a:endParaRPr lang="zh-CN" altLang="en-US" sz="24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13D9BEB9-DA6A-B185-3BB8-F95D7C123407}"/>
                </a:ext>
              </a:extLst>
            </p:cNvPr>
            <p:cNvSpPr txBox="1"/>
            <p:nvPr/>
          </p:nvSpPr>
          <p:spPr>
            <a:xfrm>
              <a:off x="6096000" y="385227"/>
              <a:ext cx="16530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>
                  <a:latin typeface="思源黑体 CN ExtraLight" panose="020B0200000000000000" pitchFamily="34" charset="-122"/>
                  <a:ea typeface="思源黑体 CN ExtraLight" panose="020B0200000000000000" pitchFamily="34" charset="-122"/>
                </a:rPr>
                <a:t>@????????</a:t>
              </a:r>
              <a:endParaRPr lang="zh-CN" altLang="en-US" sz="2400" b="1">
                <a:latin typeface="思源黑体 CN ExtraLight" panose="020B0200000000000000" pitchFamily="34" charset="-122"/>
                <a:ea typeface="思源黑体 CN ExtraLight" panose="020B0200000000000000" pitchFamily="34" charset="-122"/>
              </a:endParaRPr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DD1DBD9C-09C8-52F3-40A3-8B3CD77D65D7}"/>
              </a:ext>
            </a:extLst>
          </p:cNvPr>
          <p:cNvGrpSpPr/>
          <p:nvPr/>
        </p:nvGrpSpPr>
        <p:grpSpPr>
          <a:xfrm>
            <a:off x="6285746" y="1361522"/>
            <a:ext cx="4831080" cy="3756660"/>
            <a:chOff x="6285746" y="1361522"/>
            <a:chExt cx="4831080" cy="3756660"/>
          </a:xfrm>
        </p:grpSpPr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05BE01DF-8F6F-FC2E-3525-00677695A036}"/>
                </a:ext>
              </a:extLst>
            </p:cNvPr>
            <p:cNvGrpSpPr/>
            <p:nvPr/>
          </p:nvGrpSpPr>
          <p:grpSpPr>
            <a:xfrm>
              <a:off x="6285746" y="1361522"/>
              <a:ext cx="4831080" cy="3756660"/>
              <a:chOff x="2971800" y="320040"/>
              <a:chExt cx="4831080" cy="3756660"/>
            </a:xfrm>
          </p:grpSpPr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6558D03A-982C-61FD-32D9-1802FFBDABC7}"/>
                  </a:ext>
                </a:extLst>
              </p:cNvPr>
              <p:cNvSpPr/>
              <p:nvPr/>
            </p:nvSpPr>
            <p:spPr>
              <a:xfrm>
                <a:off x="2971800" y="320040"/>
                <a:ext cx="4831080" cy="37566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1E3CCF92-B295-5744-3A1B-1D52439F5A8B}"/>
                  </a:ext>
                </a:extLst>
              </p:cNvPr>
              <p:cNvSpPr/>
              <p:nvPr/>
            </p:nvSpPr>
            <p:spPr>
              <a:xfrm>
                <a:off x="3195484" y="2486824"/>
                <a:ext cx="1071716" cy="10717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34E0C84F-1188-C92D-A8ED-A09FA3601056}"/>
                  </a:ext>
                </a:extLst>
              </p:cNvPr>
              <p:cNvSpPr/>
              <p:nvPr/>
            </p:nvSpPr>
            <p:spPr>
              <a:xfrm>
                <a:off x="4306529" y="2486824"/>
                <a:ext cx="1071716" cy="10717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FCA5938E-781C-DE4B-85BB-872FDA94DDFB}"/>
                  </a:ext>
                </a:extLst>
              </p:cNvPr>
              <p:cNvSpPr/>
              <p:nvPr/>
            </p:nvSpPr>
            <p:spPr>
              <a:xfrm>
                <a:off x="5417574" y="2486824"/>
                <a:ext cx="1071716" cy="10717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3B2B9959-E5FE-CAC8-A94C-49049B47753A}"/>
                  </a:ext>
                </a:extLst>
              </p:cNvPr>
              <p:cNvSpPr/>
              <p:nvPr/>
            </p:nvSpPr>
            <p:spPr>
              <a:xfrm>
                <a:off x="6528619" y="2486824"/>
                <a:ext cx="1071716" cy="10717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B75FFC37-F384-F0FC-244F-1291F03DC3F3}"/>
                  </a:ext>
                </a:extLst>
              </p:cNvPr>
              <p:cNvSpPr/>
              <p:nvPr/>
            </p:nvSpPr>
            <p:spPr>
              <a:xfrm>
                <a:off x="5417574" y="2838540"/>
                <a:ext cx="2182761" cy="720000"/>
              </a:xfrm>
              <a:prstGeom prst="rect">
                <a:avLst/>
              </a:prstGeom>
              <a:noFill/>
              <a:ln w="28575">
                <a:solidFill>
                  <a:srgbClr val="377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872E8"/>
                  </a:solidFill>
                </a:endParaRPr>
              </a:p>
            </p:txBody>
          </p:sp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8E0BD47C-8BCB-875B-CBC3-19ED87AC2B31}"/>
                  </a:ext>
                </a:extLst>
              </p:cNvPr>
              <p:cNvSpPr/>
              <p:nvPr/>
            </p:nvSpPr>
            <p:spPr>
              <a:xfrm>
                <a:off x="3726426" y="2486824"/>
                <a:ext cx="540774" cy="1071716"/>
              </a:xfrm>
              <a:prstGeom prst="rect">
                <a:avLst/>
              </a:prstGeom>
              <a:noFill/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A2331D95-402F-998E-15C6-0650B5C6154D}"/>
                  </a:ext>
                </a:extLst>
              </p:cNvPr>
              <p:cNvSpPr/>
              <p:nvPr/>
            </p:nvSpPr>
            <p:spPr>
              <a:xfrm>
                <a:off x="4306529" y="2838540"/>
                <a:ext cx="1071716" cy="720000"/>
              </a:xfrm>
              <a:prstGeom prst="rect">
                <a:avLst/>
              </a:prstGeom>
              <a:noFill/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BB2A7969-525C-27C7-020C-2A381A7156F8}"/>
                  </a:ext>
                </a:extLst>
              </p:cNvPr>
              <p:cNvSpPr/>
              <p:nvPr/>
            </p:nvSpPr>
            <p:spPr>
              <a:xfrm>
                <a:off x="4306529" y="2486824"/>
                <a:ext cx="3293806" cy="326922"/>
              </a:xfrm>
              <a:prstGeom prst="rect">
                <a:avLst/>
              </a:prstGeom>
              <a:noFill/>
              <a:ln w="28575">
                <a:solidFill>
                  <a:srgbClr val="E3DE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004BE1CE-676C-3136-DFDC-5AFEB6D6EA4D}"/>
                  </a:ext>
                </a:extLst>
              </p:cNvPr>
              <p:cNvSpPr txBox="1"/>
              <p:nvPr/>
            </p:nvSpPr>
            <p:spPr>
              <a:xfrm>
                <a:off x="3195484" y="3583334"/>
                <a:ext cx="22621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同音不同调的两个字</a:t>
                </a:r>
              </a:p>
            </p:txBody>
          </p:sp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0E755141-BFE3-E6DA-1364-B52725C00E82}"/>
                  </a:ext>
                </a:extLst>
              </p:cNvPr>
              <p:cNvSpPr txBox="1"/>
              <p:nvPr/>
            </p:nvSpPr>
            <p:spPr>
              <a:xfrm>
                <a:off x="6096000" y="3583334"/>
                <a:ext cx="1569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>
                    <a:solidFill>
                      <a:srgbClr val="0872E8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人的共同归宿</a:t>
                </a:r>
              </a:p>
            </p:txBody>
          </p:sp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DAC6AE61-4419-8E04-1C54-A13CB9E14089}"/>
                  </a:ext>
                </a:extLst>
              </p:cNvPr>
              <p:cNvSpPr txBox="1"/>
              <p:nvPr/>
            </p:nvSpPr>
            <p:spPr>
              <a:xfrm>
                <a:off x="5168602" y="2092698"/>
                <a:ext cx="24929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>
                    <a:solidFill>
                      <a:srgbClr val="E3DE0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三个相同部首，共六十</a:t>
                </a: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C141B1B6-7ECD-5CAD-F13A-D8976814EA57}"/>
                  </a:ext>
                </a:extLst>
              </p:cNvPr>
              <p:cNvSpPr txBox="1"/>
              <p:nvPr/>
            </p:nvSpPr>
            <p:spPr>
              <a:xfrm>
                <a:off x="3097649" y="1325713"/>
                <a:ext cx="26981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请回答该成语。</a:t>
                </a: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EFB33BC1-2249-98E9-7E6B-7AA4CEC8CFAE}"/>
                  </a:ext>
                </a:extLst>
              </p:cNvPr>
              <p:cNvSpPr txBox="1"/>
              <p:nvPr/>
            </p:nvSpPr>
            <p:spPr>
              <a:xfrm>
                <a:off x="3068153" y="385228"/>
                <a:ext cx="22220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谜题连连看</a:t>
                </a:r>
                <a:r>
                  <a:rPr lang="en-US" altLang="zh-CN" sz="24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0??</a:t>
                </a:r>
                <a:endParaRPr lang="zh-CN" altLang="en-US" sz="2400" b="1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B14D0CD2-69B2-CB8A-00AD-FB893A0B5D4F}"/>
                  </a:ext>
                </a:extLst>
              </p:cNvPr>
              <p:cNvSpPr txBox="1"/>
              <p:nvPr/>
            </p:nvSpPr>
            <p:spPr>
              <a:xfrm>
                <a:off x="6096000" y="385227"/>
                <a:ext cx="16530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>
                    <a:latin typeface="思源黑体 CN ExtraLight" panose="020B0200000000000000" pitchFamily="34" charset="-122"/>
                    <a:ea typeface="思源黑体 CN ExtraLight" panose="020B0200000000000000" pitchFamily="34" charset="-122"/>
                  </a:rPr>
                  <a:t>@????????</a:t>
                </a:r>
                <a:endParaRPr lang="zh-CN" altLang="en-US" sz="2400" b="1">
                  <a:latin typeface="思源黑体 CN ExtraLight" panose="020B0200000000000000" pitchFamily="34" charset="-122"/>
                  <a:ea typeface="思源黑体 CN ExtraLight" panose="020B0200000000000000" pitchFamily="34" charset="-122"/>
                </a:endParaRPr>
              </a:p>
            </p:txBody>
          </p:sp>
        </p:grp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7432F03F-F044-CE05-2113-18EFC0A4997F}"/>
                </a:ext>
              </a:extLst>
            </p:cNvPr>
            <p:cNvSpPr txBox="1"/>
            <p:nvPr/>
          </p:nvSpPr>
          <p:spPr>
            <a:xfrm>
              <a:off x="6450123" y="3438801"/>
              <a:ext cx="452948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0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群英荟萃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CB798B4-B4FC-B21E-DFBD-0A51C6536551}"/>
              </a:ext>
            </a:extLst>
          </p:cNvPr>
          <p:cNvSpPr txBox="1"/>
          <p:nvPr/>
        </p:nvSpPr>
        <p:spPr>
          <a:xfrm>
            <a:off x="11022332" y="23842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rPr>
              <a:t>已撤稿</a:t>
            </a:r>
          </a:p>
        </p:txBody>
      </p:sp>
    </p:spTree>
    <p:extLst>
      <p:ext uri="{BB962C8B-B14F-4D97-AF65-F5344CB8AC3E}">
        <p14:creationId xmlns:p14="http://schemas.microsoft.com/office/powerpoint/2010/main" val="1462820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1BAE3-2D93-CEE9-967B-EF478737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F40CC4D-471E-8A6F-6CC2-915C700CE254}"/>
              </a:ext>
            </a:extLst>
          </p:cNvPr>
          <p:cNvGrpSpPr/>
          <p:nvPr/>
        </p:nvGrpSpPr>
        <p:grpSpPr>
          <a:xfrm>
            <a:off x="2379406" y="263013"/>
            <a:ext cx="7433188" cy="6331974"/>
            <a:chOff x="2379406" y="263013"/>
            <a:chExt cx="7433188" cy="6331974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62F7F0D-A559-64A9-6D30-C4DCAF0EC834}"/>
                </a:ext>
              </a:extLst>
            </p:cNvPr>
            <p:cNvSpPr/>
            <p:nvPr/>
          </p:nvSpPr>
          <p:spPr>
            <a:xfrm>
              <a:off x="2379406" y="263013"/>
              <a:ext cx="7433188" cy="63319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24B09F5-D4B5-31D2-ADA6-920DEF4330B5}"/>
                </a:ext>
              </a:extLst>
            </p:cNvPr>
            <p:cNvGrpSpPr/>
            <p:nvPr/>
          </p:nvGrpSpPr>
          <p:grpSpPr>
            <a:xfrm>
              <a:off x="4772485" y="423095"/>
              <a:ext cx="2666694" cy="2209231"/>
              <a:chOff x="2210108" y="914707"/>
              <a:chExt cx="4073020" cy="3374308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8669D32E-466C-8C95-03A4-FC358BA78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r="87684"/>
              <a:stretch>
                <a:fillRect/>
              </a:stretch>
            </p:blipFill>
            <p:spPr>
              <a:xfrm>
                <a:off x="2210108" y="917165"/>
                <a:ext cx="509128" cy="337185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</p:pic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BEE692CA-0046-FE3B-552D-195F819056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12316" r="75369"/>
              <a:stretch>
                <a:fillRect/>
              </a:stretch>
            </p:blipFill>
            <p:spPr>
              <a:xfrm>
                <a:off x="2719236" y="917165"/>
                <a:ext cx="509128" cy="337185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A87F56DB-DBBE-F3FD-1568-43FD50E8F2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24632" r="63054"/>
              <a:stretch>
                <a:fillRect/>
              </a:stretch>
            </p:blipFill>
            <p:spPr>
              <a:xfrm>
                <a:off x="3228364" y="917165"/>
                <a:ext cx="509128" cy="337185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D3C00E42-2BBF-7BA6-2205-CEBDD7CC97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37238" r="50446"/>
              <a:stretch>
                <a:fillRect/>
              </a:stretch>
            </p:blipFill>
            <p:spPr>
              <a:xfrm>
                <a:off x="3737491" y="914707"/>
                <a:ext cx="509130" cy="337185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4A8080B8-DA94-0A91-A62E-1AA5C646A7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49339" r="38345"/>
              <a:stretch>
                <a:fillRect/>
              </a:stretch>
            </p:blipFill>
            <p:spPr>
              <a:xfrm>
                <a:off x="4246618" y="914707"/>
                <a:ext cx="509128" cy="337185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</p:pic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47EA884E-17B2-AFC7-A80F-9706C097C9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61655" r="26030"/>
              <a:stretch>
                <a:fillRect/>
              </a:stretch>
            </p:blipFill>
            <p:spPr>
              <a:xfrm>
                <a:off x="4755745" y="914707"/>
                <a:ext cx="509128" cy="337185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59D14206-9758-532A-7CB3-B57FA8BAB1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73969" r="13716"/>
              <a:stretch>
                <a:fillRect/>
              </a:stretch>
            </p:blipFill>
            <p:spPr>
              <a:xfrm>
                <a:off x="5264870" y="914707"/>
                <a:ext cx="509130" cy="337185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</p:pic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B35539DA-E746-687B-01E9-80CE198063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86284" r="1402"/>
              <a:stretch>
                <a:fillRect/>
              </a:stretch>
            </p:blipFill>
            <p:spPr>
              <a:xfrm>
                <a:off x="5774000" y="914707"/>
                <a:ext cx="509128" cy="337185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</p:pic>
        </p:grp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D89D4D28-FC7A-0B47-D3D4-F8625D957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316" r="75369"/>
            <a:stretch>
              <a:fillRect/>
            </a:stretch>
          </p:blipFill>
          <p:spPr>
            <a:xfrm rot="1171639">
              <a:off x="4088867" y="3493464"/>
              <a:ext cx="333337" cy="2207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02B26CDF-3213-9179-560E-F22A163EB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632" r="63054"/>
            <a:stretch>
              <a:fillRect/>
            </a:stretch>
          </p:blipFill>
          <p:spPr>
            <a:xfrm rot="21329199">
              <a:off x="4933662" y="3648218"/>
              <a:ext cx="333337" cy="2207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C1001D7C-209E-8337-0EC6-1C5ABCD3A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3969" r="13716"/>
            <a:stretch>
              <a:fillRect/>
            </a:stretch>
          </p:blipFill>
          <p:spPr>
            <a:xfrm rot="20598193">
              <a:off x="5754476" y="3400160"/>
              <a:ext cx="333338" cy="2207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7DB986E7-9EB8-5EE6-F6BE-EBC845552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6284" r="1402"/>
            <a:stretch>
              <a:fillRect/>
            </a:stretch>
          </p:blipFill>
          <p:spPr>
            <a:xfrm rot="1993409">
              <a:off x="6709990" y="3858763"/>
              <a:ext cx="333337" cy="2207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907D93C8-64D6-32BB-57A6-D74B2DE40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7684"/>
            <a:stretch>
              <a:fillRect/>
            </a:stretch>
          </p:blipFill>
          <p:spPr>
            <a:xfrm rot="19846899">
              <a:off x="3291869" y="3369914"/>
              <a:ext cx="333337" cy="2207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0E74866-CE92-0C13-CCA7-C66340459CC7}"/>
                </a:ext>
              </a:extLst>
            </p:cNvPr>
            <p:cNvSpPr txBox="1"/>
            <p:nvPr/>
          </p:nvSpPr>
          <p:spPr>
            <a:xfrm>
              <a:off x="5423845" y="608671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u="sng">
                  <a:latin typeface="Comfortaa" pitchFamily="2" charset="0"/>
                </a:rPr>
                <a:t>(4)</a:t>
              </a:r>
              <a:r>
                <a:rPr lang="en-US" altLang="zh-CN" b="1">
                  <a:latin typeface="Comfortaa" pitchFamily="2" charset="0"/>
                </a:rPr>
                <a:t>+(5)</a:t>
              </a:r>
              <a:r>
                <a:rPr lang="zh-CN" altLang="en-US" b="1">
                  <a:latin typeface="Comfortaa" pitchFamily="2" charset="0"/>
                </a:rPr>
                <a:t>→</a:t>
              </a:r>
              <a:r>
                <a:rPr lang="en-US" altLang="zh-CN" b="1">
                  <a:latin typeface="Comfortaa" pitchFamily="2" charset="0"/>
                </a:rPr>
                <a:t>(9)</a:t>
              </a:r>
              <a:endParaRPr lang="zh-CN" altLang="en-US" b="1">
                <a:latin typeface="Comfortaa" pitchFamily="2" charset="0"/>
              </a:endParaRPr>
            </a:p>
          </p:txBody>
        </p:sp>
        <p:sp>
          <p:nvSpPr>
            <p:cNvPr id="2" name="对话气泡: 圆角矩形 1">
              <a:extLst>
                <a:ext uri="{FF2B5EF4-FFF2-40B4-BE49-F238E27FC236}">
                  <a16:creationId xmlns:a16="http://schemas.microsoft.com/office/drawing/2014/main" id="{78C657AE-75D8-B186-8A3C-844ABCFB4278}"/>
                </a:ext>
              </a:extLst>
            </p:cNvPr>
            <p:cNvSpPr/>
            <p:nvPr/>
          </p:nvSpPr>
          <p:spPr>
            <a:xfrm>
              <a:off x="7708490" y="2920181"/>
              <a:ext cx="1754394" cy="953729"/>
            </a:xfrm>
            <a:prstGeom prst="wedgeRoundRectCallout">
              <a:avLst>
                <a:gd name="adj1" fmla="val 52584"/>
                <a:gd name="adj2" fmla="val 88626"/>
                <a:gd name="adj3" fmla="val 16667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Comfortaa" pitchFamily="2" charset="0"/>
                </a:rPr>
                <a:t>Hey! You’ve make a </a:t>
              </a:r>
              <a:r>
                <a:rPr lang="en-US" altLang="zh-CN" b="1" u="sng">
                  <a:solidFill>
                    <a:schemeClr val="tx1"/>
                  </a:solidFill>
                  <a:latin typeface="Comfortaa" pitchFamily="2" charset="0"/>
                </a:rPr>
                <a:t>(4)</a:t>
              </a:r>
              <a:r>
                <a:rPr lang="en-US" altLang="zh-CN" b="1">
                  <a:solidFill>
                    <a:schemeClr val="tx1"/>
                  </a:solidFill>
                  <a:latin typeface="Comfortaa" pitchFamily="2" charset="0"/>
                </a:rPr>
                <a:t> </a:t>
              </a:r>
              <a:r>
                <a:rPr lang="en-US" altLang="zh-CN">
                  <a:solidFill>
                    <a:schemeClr val="tx1"/>
                  </a:solidFill>
                  <a:latin typeface="Comfortaa" pitchFamily="2" charset="0"/>
                </a:rPr>
                <a:t>!</a:t>
              </a:r>
              <a:endParaRPr lang="zh-CN" altLang="en-US">
                <a:solidFill>
                  <a:schemeClr val="tx1"/>
                </a:solidFill>
                <a:latin typeface="Comfortaa" pitchFamily="2" charset="0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88AD5B5D-30A8-6028-58CE-AE8AF0CBF81F}"/>
              </a:ext>
            </a:extLst>
          </p:cNvPr>
          <p:cNvSpPr txBox="1"/>
          <p:nvPr/>
        </p:nvSpPr>
        <p:spPr>
          <a:xfrm>
            <a:off x="10823558" y="238429"/>
            <a:ext cx="1075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>
                <a:latin typeface="Comfortaa" pitchFamily="2" charset="0"/>
              </a:rPr>
              <a:t>2nd ver</a:t>
            </a:r>
            <a:endParaRPr lang="zh-CN" altLang="en-US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37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61165-CEC1-3CAE-C28A-1499A1E0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8AE1BF5F-1F80-DC9E-7595-990D38807151}"/>
              </a:ext>
            </a:extLst>
          </p:cNvPr>
          <p:cNvGrpSpPr/>
          <p:nvPr/>
        </p:nvGrpSpPr>
        <p:grpSpPr>
          <a:xfrm>
            <a:off x="2930013" y="263013"/>
            <a:ext cx="6331974" cy="6331974"/>
            <a:chOff x="3523788" y="263013"/>
            <a:chExt cx="6331974" cy="6331974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8058D5C-7E29-4427-E867-53A39194C055}"/>
                </a:ext>
              </a:extLst>
            </p:cNvPr>
            <p:cNvSpPr/>
            <p:nvPr/>
          </p:nvSpPr>
          <p:spPr>
            <a:xfrm>
              <a:off x="3523788" y="263013"/>
              <a:ext cx="6331974" cy="63319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DD33BEC-7909-4574-7673-E0D7EC1CD976}"/>
                </a:ext>
              </a:extLst>
            </p:cNvPr>
            <p:cNvGrpSpPr/>
            <p:nvPr/>
          </p:nvGrpSpPr>
          <p:grpSpPr>
            <a:xfrm>
              <a:off x="5356428" y="423095"/>
              <a:ext cx="2666694" cy="2209231"/>
              <a:chOff x="2210106" y="914707"/>
              <a:chExt cx="4073022" cy="3374308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2966C36D-3823-498E-8D2A-4BB4DBC24A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87684"/>
              <a:stretch>
                <a:fillRect/>
              </a:stretch>
            </p:blipFill>
            <p:spPr>
              <a:xfrm>
                <a:off x="2210106" y="917165"/>
                <a:ext cx="509128" cy="33718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E5669525-B61F-39BE-15D5-9D3B1D5F8B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2316" r="75369"/>
              <a:stretch>
                <a:fillRect/>
              </a:stretch>
            </p:blipFill>
            <p:spPr>
              <a:xfrm>
                <a:off x="2719234" y="917165"/>
                <a:ext cx="509128" cy="33718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75F5E3A2-5C58-21F5-C6E9-D2AAF0ADC8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4632" r="63054"/>
              <a:stretch>
                <a:fillRect/>
              </a:stretch>
            </p:blipFill>
            <p:spPr>
              <a:xfrm>
                <a:off x="3228362" y="917165"/>
                <a:ext cx="509128" cy="33718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77C69B32-0038-4B11-8204-29E05A9EB7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37238" r="50446"/>
              <a:stretch>
                <a:fillRect/>
              </a:stretch>
            </p:blipFill>
            <p:spPr>
              <a:xfrm>
                <a:off x="3737489" y="914707"/>
                <a:ext cx="509129" cy="33718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411FEA3D-408D-2C41-6DBE-3F5EDF474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9339" r="38345"/>
              <a:stretch>
                <a:fillRect/>
              </a:stretch>
            </p:blipFill>
            <p:spPr>
              <a:xfrm>
                <a:off x="4246617" y="914707"/>
                <a:ext cx="509128" cy="33718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1C1622D0-F959-8807-EF70-2642D311FC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61655" r="26030"/>
              <a:stretch>
                <a:fillRect/>
              </a:stretch>
            </p:blipFill>
            <p:spPr>
              <a:xfrm>
                <a:off x="4755744" y="914707"/>
                <a:ext cx="509128" cy="33718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961927E5-A214-8897-6D31-49314DE43E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3969" r="13716"/>
              <a:stretch>
                <a:fillRect/>
              </a:stretch>
            </p:blipFill>
            <p:spPr>
              <a:xfrm>
                <a:off x="5264871" y="914707"/>
                <a:ext cx="509129" cy="33718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76BCD419-17DA-2E83-BE97-EB6BDB58EC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86284" r="1402"/>
              <a:stretch>
                <a:fillRect/>
              </a:stretch>
            </p:blipFill>
            <p:spPr>
              <a:xfrm>
                <a:off x="5774000" y="914707"/>
                <a:ext cx="509128" cy="33718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3D97D0F1-4D7C-CDAD-459C-8C4FE990F89F}"/>
                </a:ext>
              </a:extLst>
            </p:cNvPr>
            <p:cNvCxnSpPr/>
            <p:nvPr/>
          </p:nvCxnSpPr>
          <p:spPr>
            <a:xfrm>
              <a:off x="6689775" y="2812026"/>
              <a:ext cx="0" cy="498987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0DC494B8-B274-A525-3EB3-1438C5B85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316" r="75369"/>
            <a:stretch>
              <a:fillRect/>
            </a:stretch>
          </p:blipFill>
          <p:spPr>
            <a:xfrm rot="3140468">
              <a:off x="5658810" y="3791880"/>
              <a:ext cx="333337" cy="2207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A1658348-E800-B4BE-752E-973CD6ABF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632" r="63054"/>
            <a:stretch>
              <a:fillRect/>
            </a:stretch>
          </p:blipFill>
          <p:spPr>
            <a:xfrm rot="11154181">
              <a:off x="6410469" y="3709205"/>
              <a:ext cx="333337" cy="2207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75BD8CB3-8B02-75E8-4657-27E6F813B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3969" r="13716"/>
            <a:stretch>
              <a:fillRect/>
            </a:stretch>
          </p:blipFill>
          <p:spPr>
            <a:xfrm rot="20598193">
              <a:off x="7311813" y="3400160"/>
              <a:ext cx="333338" cy="2207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8AE922A4-E5B8-4AEF-4790-9C09C7DBC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6284" r="1402"/>
            <a:stretch>
              <a:fillRect/>
            </a:stretch>
          </p:blipFill>
          <p:spPr>
            <a:xfrm rot="1993409">
              <a:off x="8267327" y="3858763"/>
              <a:ext cx="333337" cy="2207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13B7CBA7-BB99-B922-CFF1-9E494FBAC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7684"/>
            <a:stretch>
              <a:fillRect/>
            </a:stretch>
          </p:blipFill>
          <p:spPr>
            <a:xfrm rot="19585685">
              <a:off x="4878241" y="3493465"/>
              <a:ext cx="333337" cy="2207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5352865-7665-AB72-C0CA-6661967DD0DA}"/>
                </a:ext>
              </a:extLst>
            </p:cNvPr>
            <p:cNvSpPr txBox="1"/>
            <p:nvPr/>
          </p:nvSpPr>
          <p:spPr>
            <a:xfrm>
              <a:off x="6017620" y="608671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Comfortaa" pitchFamily="2" charset="0"/>
                </a:rPr>
                <a:t>(4)+(5)</a:t>
              </a:r>
              <a:r>
                <a:rPr lang="zh-CN" altLang="en-US" b="1">
                  <a:latin typeface="Comfortaa" pitchFamily="2" charset="0"/>
                </a:rPr>
                <a:t>→</a:t>
              </a:r>
              <a:r>
                <a:rPr lang="en-US" altLang="zh-CN" b="1">
                  <a:latin typeface="Comfortaa" pitchFamily="2" charset="0"/>
                </a:rPr>
                <a:t>(9)</a:t>
              </a:r>
              <a:endParaRPr lang="zh-CN" altLang="en-US" b="1">
                <a:latin typeface="Comfortaa" pitchFamily="2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1F73282-0BC0-2A3C-7382-99036A8B2C36}"/>
              </a:ext>
            </a:extLst>
          </p:cNvPr>
          <p:cNvSpPr txBox="1"/>
          <p:nvPr/>
        </p:nvSpPr>
        <p:spPr>
          <a:xfrm>
            <a:off x="10289759" y="238429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>
                <a:latin typeface="Comfortaa" pitchFamily="2" charset="0"/>
              </a:rPr>
              <a:t>Original ver</a:t>
            </a:r>
            <a:endParaRPr lang="zh-CN" altLang="en-US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73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梯形 4">
            <a:extLst>
              <a:ext uri="{FF2B5EF4-FFF2-40B4-BE49-F238E27FC236}">
                <a16:creationId xmlns:a16="http://schemas.microsoft.com/office/drawing/2014/main" id="{68138E34-89EC-85E9-C980-618DE7886B19}"/>
              </a:ext>
            </a:extLst>
          </p:cNvPr>
          <p:cNvSpPr/>
          <p:nvPr/>
        </p:nvSpPr>
        <p:spPr>
          <a:xfrm>
            <a:off x="3215148" y="1189703"/>
            <a:ext cx="576000" cy="576000"/>
          </a:xfrm>
          <a:prstGeom prst="trapezoid">
            <a:avLst>
              <a:gd name="adj" fmla="val 16465"/>
            </a:avLst>
          </a:prstGeom>
          <a:solidFill>
            <a:srgbClr val="F149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289A79-033E-B5EC-24BF-CDA5760E1016}"/>
              </a:ext>
            </a:extLst>
          </p:cNvPr>
          <p:cNvSpPr/>
          <p:nvPr/>
        </p:nvSpPr>
        <p:spPr>
          <a:xfrm>
            <a:off x="3957484" y="1189703"/>
            <a:ext cx="576000" cy="576000"/>
          </a:xfrm>
          <a:prstGeom prst="rect">
            <a:avLst/>
          </a:prstGeom>
          <a:solidFill>
            <a:srgbClr val="428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9230E5-F2E8-897C-2518-BC912CF6C3BA}"/>
              </a:ext>
            </a:extLst>
          </p:cNvPr>
          <p:cNvSpPr txBox="1"/>
          <p:nvPr/>
        </p:nvSpPr>
        <p:spPr>
          <a:xfrm>
            <a:off x="4582644" y="1092982"/>
            <a:ext cx="2870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b="1">
                <a:latin typeface="思源宋体 CN" panose="02020400000000000000" pitchFamily="18" charset="-122"/>
                <a:ea typeface="思源宋体 CN" panose="02020400000000000000" pitchFamily="18" charset="-122"/>
              </a:rPr>
              <a:t>严霜草已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9ED1D1-53A7-2DAF-5A90-54F3767251E7}"/>
              </a:ext>
            </a:extLst>
          </p:cNvPr>
          <p:cNvSpPr/>
          <p:nvPr/>
        </p:nvSpPr>
        <p:spPr>
          <a:xfrm>
            <a:off x="7502012" y="1189703"/>
            <a:ext cx="576000" cy="576000"/>
          </a:xfrm>
          <a:prstGeom prst="rect">
            <a:avLst/>
          </a:prstGeom>
          <a:solidFill>
            <a:srgbClr val="EFFF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47ACBD0-11D4-D8C8-2104-1A3F7A482974}"/>
              </a:ext>
            </a:extLst>
          </p:cNvPr>
          <p:cNvGrpSpPr/>
          <p:nvPr/>
        </p:nvGrpSpPr>
        <p:grpSpPr>
          <a:xfrm>
            <a:off x="3938631" y="2326639"/>
            <a:ext cx="1661652" cy="1661653"/>
            <a:chOff x="4257366" y="2598173"/>
            <a:chExt cx="1661652" cy="16616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4AB6AA6-8BC2-9B11-0051-3022D1C21832}"/>
                </a:ext>
              </a:extLst>
            </p:cNvPr>
            <p:cNvSpPr/>
            <p:nvPr/>
          </p:nvSpPr>
          <p:spPr>
            <a:xfrm>
              <a:off x="4257366" y="2598174"/>
              <a:ext cx="1066472" cy="1661652"/>
            </a:xfrm>
            <a:prstGeom prst="rect">
              <a:avLst/>
            </a:prstGeom>
            <a:solidFill>
              <a:srgbClr val="EFFF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75B9EA-5399-B3D3-5E6C-4BEA803A6100}"/>
                </a:ext>
              </a:extLst>
            </p:cNvPr>
            <p:cNvSpPr/>
            <p:nvPr/>
          </p:nvSpPr>
          <p:spPr>
            <a:xfrm>
              <a:off x="5323839" y="2598173"/>
              <a:ext cx="595179" cy="1661651"/>
            </a:xfrm>
            <a:prstGeom prst="rect">
              <a:avLst/>
            </a:prstGeom>
            <a:solidFill>
              <a:srgbClr val="4285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梯形 11">
              <a:extLst>
                <a:ext uri="{FF2B5EF4-FFF2-40B4-BE49-F238E27FC236}">
                  <a16:creationId xmlns:a16="http://schemas.microsoft.com/office/drawing/2014/main" id="{2936C3D1-55A6-3A6A-AFD2-C4ADB39A8626}"/>
                </a:ext>
              </a:extLst>
            </p:cNvPr>
            <p:cNvSpPr/>
            <p:nvPr/>
          </p:nvSpPr>
          <p:spPr>
            <a:xfrm rot="10800000">
              <a:off x="4318323" y="2736318"/>
              <a:ext cx="571864" cy="484402"/>
            </a:xfrm>
            <a:prstGeom prst="trapezoid">
              <a:avLst>
                <a:gd name="adj" fmla="val 16465"/>
              </a:avLst>
            </a:prstGeom>
            <a:solidFill>
              <a:srgbClr val="F0A4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472514E-3BDF-94F1-81E8-1C9B3AEA028D}"/>
              </a:ext>
            </a:extLst>
          </p:cNvPr>
          <p:cNvSpPr txBox="1"/>
          <p:nvPr/>
        </p:nvSpPr>
        <p:spPr>
          <a:xfrm>
            <a:off x="5801031" y="2772743"/>
            <a:ext cx="1474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>
                <a:latin typeface="思源宋体 CN" panose="02020400000000000000" pitchFamily="18" charset="-122"/>
                <a:ea typeface="思源宋体 CN" panose="02020400000000000000" pitchFamily="18" charset="-122"/>
              </a:rPr>
              <a:t>＝？</a:t>
            </a:r>
          </a:p>
        </p:txBody>
      </p:sp>
    </p:spTree>
    <p:extLst>
      <p:ext uri="{BB962C8B-B14F-4D97-AF65-F5344CB8AC3E}">
        <p14:creationId xmlns:p14="http://schemas.microsoft.com/office/powerpoint/2010/main" val="432443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</TotalTime>
  <Words>133</Words>
  <Application>Microsoft Office PowerPoint</Application>
  <PresentationFormat>宽屏</PresentationFormat>
  <Paragraphs>40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等线</vt:lpstr>
      <vt:lpstr>等线 Light</vt:lpstr>
      <vt:lpstr>思源黑体 CN</vt:lpstr>
      <vt:lpstr>思源黑体 CN ExtraLight</vt:lpstr>
      <vt:lpstr>思源黑体 CN Normal</vt:lpstr>
      <vt:lpstr>思源宋体 CN</vt:lpstr>
      <vt:lpstr>思源宋体 CN SemiBold</vt:lpstr>
      <vt:lpstr>Arial</vt:lpstr>
      <vt:lpstr>Comfortaa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9</cp:revision>
  <dcterms:created xsi:type="dcterms:W3CDTF">2025-12-07T00:30:14Z</dcterms:created>
  <dcterms:modified xsi:type="dcterms:W3CDTF">2026-01-29T16:11:41Z</dcterms:modified>
</cp:coreProperties>
</file>