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60D6EC-5700-AF8B-825A-0031A4172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F1093B-697C-4648-09F4-4CB62E6BF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4CFF51-59C6-DC77-0033-FE3314427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F94B-7F81-4F09-81BB-B829E4C0D5A3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8013D6-8EEC-529B-DEAA-7B1012FA5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145076-403B-D366-5488-B41CEC26D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1640-0161-46E6-8811-D758830FB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684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51D89-D5FF-3019-0B1E-AE7342A2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0F2695-B392-67EA-3D72-6FEAA56EB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2290B7-D114-9100-FE71-75682E017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F94B-7F81-4F09-81BB-B829E4C0D5A3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5083BB-50D8-4840-F5D3-E51066AF4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935D11-85DC-3BC0-C42D-05B082B50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1640-0161-46E6-8811-D758830FB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441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8ACB09-F680-ACAB-6500-AE7C44080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28243E-766B-1AE0-54BB-1799DC1AA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A5ED6D-EECC-6E10-820D-9DAD1B435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F94B-7F81-4F09-81BB-B829E4C0D5A3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CE5501-B2FB-C946-34A3-E2C261438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4BD812-CFF0-8668-311B-571BA9E9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1640-0161-46E6-8811-D758830FB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070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A35DC-280A-2131-B09F-30CFA1097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75910B-A897-C695-780D-4578FB2BE1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2EEC29-67B3-0E77-ADD8-FED23EAC1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46D006-89B9-0A40-5BA6-5A109CFC3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F94B-7F81-4F09-81BB-B829E4C0D5A3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35CD0A-5E99-0F98-5423-FB87D692D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84B6AC-B8AA-ECBD-8498-D4C7C8DDA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1640-0161-46E6-8811-D758830FB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7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788D19-9150-EA92-6737-731F20E56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88E1F8-7076-4340-F8D0-B73AD3EDF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EC3DEC-C168-4DF0-B58C-DB9BA59DA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24A07A-E057-6A42-692B-87B2882289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0B0496-0A65-9897-F0CB-77EE083F87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CAE6FE0-0FDE-2386-5BCF-9555EC949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F94B-7F81-4F09-81BB-B829E4C0D5A3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7C361C8-AF29-DE99-5D8B-39A79D498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AB4B6F-FC19-B919-35FD-C16AFD33D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1640-0161-46E6-8811-D758830FB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50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AA231-6ACE-9939-FCD1-58593C881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4CAAB4-CB62-D01B-38F0-D8910D140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F94B-7F81-4F09-81BB-B829E4C0D5A3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E3A9DA-32D1-E137-C3DC-D4483DDAA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1AFFB5-EF46-4A5C-4D33-6A99885F7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1640-0161-46E6-8811-D758830FB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513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482C13-3C13-477E-7194-BE1024942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F94B-7F81-4F09-81BB-B829E4C0D5A3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E9BA75-99EC-6E02-A813-4ED7D5E3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49B250-48B4-5942-7DDE-BDFF88D5F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1640-0161-46E6-8811-D758830FB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75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898A1-F02C-E933-69E3-E7019776F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FE90CD-FB81-A78E-AEA0-CCD68B09A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2E68B6-9D06-C2CE-F3E7-5AAB79AF5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6CE775-CD14-39D0-4415-A336045E4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F94B-7F81-4F09-81BB-B829E4C0D5A3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D596BB-D03D-D8A2-91E6-0F6738A21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545DDA-B284-A7E3-8AD0-63A1BDEC8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1640-0161-46E6-8811-D758830FB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6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6E25D-222B-A691-84C5-6058C45F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6CE041F-CE68-D85F-C50D-848D5B4685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6F8C41-F024-42D9-25E4-A725DA857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92C5EC-2CD1-282C-4C74-EEAD618F0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F94B-7F81-4F09-81BB-B829E4C0D5A3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081A6B-C43C-9B9F-0E6E-0B40801C9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53EAD7-3094-4575-7E62-F34CFE435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1640-0161-46E6-8811-D758830FB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9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A2E2C6-60CF-8358-AE7A-57038FE3D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DEEE48-7AD6-4CCA-AC81-BABB64C0B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E0AF99-C3C8-8B6F-D427-1EA4D5F20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F94B-7F81-4F09-81BB-B829E4C0D5A3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E9B803-F094-3285-37FF-46B04563E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A662EA-2118-7B4B-F9B0-2D7C0D0A7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1640-0161-46E6-8811-D758830FB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478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8FB626A-B332-8E6D-DEBF-529F9762E9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7F9EFA-3D90-2CF1-D570-909E54668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E5C037-1A6B-B697-9904-D281D8BA1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F94B-7F81-4F09-81BB-B829E4C0D5A3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275BC2-3519-E4CC-E081-FBC71A6C7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26D1FC-3CC7-A5D5-8606-18E6D7987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E1640-0161-46E6-8811-D758830FB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648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FD04A11-31E0-BC4C-77C5-D98D915E4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68CF14-EB84-415D-8D1E-62D365A4B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BAB0B0-A979-4066-9AE0-4182285F57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F94B-7F81-4F09-81BB-B829E4C0D5A3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154F95-1F7F-5D28-EC19-6CED89D20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ECDEA8-BD40-632B-C308-11A5405F5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7E1640-0161-46E6-8811-D758830FB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141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612B8723-6CC6-08FC-D3BA-AAD81E18A694}"/>
              </a:ext>
            </a:extLst>
          </p:cNvPr>
          <p:cNvGrpSpPr/>
          <p:nvPr/>
        </p:nvGrpSpPr>
        <p:grpSpPr>
          <a:xfrm>
            <a:off x="2585392" y="736600"/>
            <a:ext cx="7021215" cy="5384800"/>
            <a:chOff x="1493520" y="142240"/>
            <a:chExt cx="7021215" cy="5384800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8744B35-3FD3-FEF6-FB9A-96F92C7746E5}"/>
                </a:ext>
              </a:extLst>
            </p:cNvPr>
            <p:cNvSpPr/>
            <p:nvPr/>
          </p:nvSpPr>
          <p:spPr>
            <a:xfrm>
              <a:off x="1493520" y="142240"/>
              <a:ext cx="7021215" cy="538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93E47BD-1A0C-C6AC-F185-5CF8DEC8AD0A}"/>
                </a:ext>
              </a:extLst>
            </p:cNvPr>
            <p:cNvGrpSpPr/>
            <p:nvPr/>
          </p:nvGrpSpPr>
          <p:grpSpPr>
            <a:xfrm>
              <a:off x="1679863" y="1409288"/>
              <a:ext cx="6579234" cy="3849332"/>
              <a:chOff x="1679863" y="585016"/>
              <a:chExt cx="6579234" cy="3849332"/>
            </a:xfrm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E4AA19D4-826B-E098-AB08-EE4367F3774D}"/>
                  </a:ext>
                </a:extLst>
              </p:cNvPr>
              <p:cNvSpPr/>
              <p:nvPr/>
            </p:nvSpPr>
            <p:spPr>
              <a:xfrm>
                <a:off x="5466735" y="585016"/>
                <a:ext cx="589930" cy="172061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28616E9-AA32-DC87-7EE7-2546B942DDB1}"/>
                  </a:ext>
                </a:extLst>
              </p:cNvPr>
              <p:cNvSpPr/>
              <p:nvPr/>
            </p:nvSpPr>
            <p:spPr>
              <a:xfrm>
                <a:off x="5466735" y="993058"/>
                <a:ext cx="589930" cy="25316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BC80C80-582C-7A1C-AFAA-724AF63FD19F}"/>
                  </a:ext>
                </a:extLst>
              </p:cNvPr>
              <p:cNvSpPr/>
              <p:nvPr/>
            </p:nvSpPr>
            <p:spPr>
              <a:xfrm>
                <a:off x="2585884" y="2605548"/>
                <a:ext cx="1179871" cy="117987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CFE1E90-1B5D-2BA9-0CD5-96F84E345B7F}"/>
                  </a:ext>
                </a:extLst>
              </p:cNvPr>
              <p:cNvSpPr/>
              <p:nvPr/>
            </p:nvSpPr>
            <p:spPr>
              <a:xfrm>
                <a:off x="4026310" y="2605547"/>
                <a:ext cx="1179871" cy="1179871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4033BD4-9FB8-B6C2-CE9A-F8493ED46342}"/>
                  </a:ext>
                </a:extLst>
              </p:cNvPr>
              <p:cNvSpPr/>
              <p:nvPr/>
            </p:nvSpPr>
            <p:spPr>
              <a:xfrm>
                <a:off x="5466736" y="2605546"/>
                <a:ext cx="1179871" cy="1179871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EAD836F-F1ED-8B28-4D64-07D146F4B13C}"/>
                  </a:ext>
                </a:extLst>
              </p:cNvPr>
              <p:cNvSpPr/>
              <p:nvPr/>
            </p:nvSpPr>
            <p:spPr>
              <a:xfrm>
                <a:off x="6907162" y="2605545"/>
                <a:ext cx="1179871" cy="1179871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6984FEA7-62B9-A4DA-ABB1-39D290942C15}"/>
                  </a:ext>
                </a:extLst>
              </p:cNvPr>
              <p:cNvCxnSpPr>
                <a:endCxn id="5" idx="2"/>
              </p:cNvCxnSpPr>
              <p:nvPr/>
            </p:nvCxnSpPr>
            <p:spPr>
              <a:xfrm flipV="1">
                <a:off x="4616245" y="3785418"/>
                <a:ext cx="1" cy="648930"/>
              </a:xfrm>
              <a:prstGeom prst="straightConnector1">
                <a:avLst/>
              </a:prstGeom>
              <a:ln w="50800" cap="sq">
                <a:solidFill>
                  <a:srgbClr val="C00000"/>
                </a:solidFill>
                <a:miter lim="800000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5FC94F75-9CFF-5385-BA14-5B422DA69D65}"/>
                  </a:ext>
                </a:extLst>
              </p:cNvPr>
              <p:cNvCxnSpPr/>
              <p:nvPr/>
            </p:nvCxnSpPr>
            <p:spPr>
              <a:xfrm flipV="1">
                <a:off x="7497097" y="3785416"/>
                <a:ext cx="1" cy="648930"/>
              </a:xfrm>
              <a:prstGeom prst="straightConnector1">
                <a:avLst/>
              </a:prstGeom>
              <a:ln w="50800" cap="sq">
                <a:solidFill>
                  <a:srgbClr val="C00000"/>
                </a:solidFill>
                <a:miter lim="800000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C6D83586-BE17-1F4A-3CE4-021DCC78B2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16245" y="4434348"/>
                <a:ext cx="2880852" cy="0"/>
              </a:xfrm>
              <a:prstGeom prst="line">
                <a:avLst/>
              </a:prstGeom>
              <a:ln w="50800" cap="sq">
                <a:solidFill>
                  <a:srgbClr val="C00000"/>
                </a:solidFill>
                <a:miter lim="800000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85DE190F-DA65-F806-2076-345E6108F42D}"/>
                  </a:ext>
                </a:extLst>
              </p:cNvPr>
              <p:cNvCxnSpPr>
                <a:stCxn id="8" idx="2"/>
                <a:endCxn id="4" idx="0"/>
              </p:cNvCxnSpPr>
              <p:nvPr/>
            </p:nvCxnSpPr>
            <p:spPr>
              <a:xfrm>
                <a:off x="3175819" y="1764888"/>
                <a:ext cx="1" cy="840660"/>
              </a:xfrm>
              <a:prstGeom prst="line">
                <a:avLst/>
              </a:prstGeom>
              <a:ln w="101600" cmpd="dbl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9C292FD0-B6A3-D234-9B70-5B641C54BFF9}"/>
                  </a:ext>
                </a:extLst>
              </p:cNvPr>
              <p:cNvCxnSpPr/>
              <p:nvPr/>
            </p:nvCxnSpPr>
            <p:spPr>
              <a:xfrm>
                <a:off x="6056670" y="1757511"/>
                <a:ext cx="1" cy="840660"/>
              </a:xfrm>
              <a:prstGeom prst="line">
                <a:avLst/>
              </a:prstGeom>
              <a:ln w="101600" cmpd="dbl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F360AF63-B064-0E98-8C2A-AF3D6156ED30}"/>
                  </a:ext>
                </a:extLst>
              </p:cNvPr>
              <p:cNvSpPr/>
              <p:nvPr/>
            </p:nvSpPr>
            <p:spPr>
              <a:xfrm>
                <a:off x="2428568" y="2448232"/>
                <a:ext cx="5830529" cy="1474833"/>
              </a:xfrm>
              <a:prstGeom prst="rect">
                <a:avLst/>
              </a:prstGeom>
              <a:noFill/>
              <a:ln w="31750"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B5578DF-F1FA-899B-857A-F8B54902A16E}"/>
                  </a:ext>
                </a:extLst>
              </p:cNvPr>
              <p:cNvSpPr txBox="1"/>
              <p:nvPr/>
            </p:nvSpPr>
            <p:spPr>
              <a:xfrm>
                <a:off x="1679863" y="2034015"/>
                <a:ext cx="1309141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Answer</a:t>
                </a:r>
              </a:p>
              <a:p>
                <a:r>
                  <a:rPr lang="zh-CN" altLang="en-US" sz="20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成语</a:t>
                </a: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4A44D98-828A-7EAE-037C-A714CAD66E42}"/>
                  </a:ext>
                </a:extLst>
              </p:cNvPr>
              <p:cNvSpPr/>
              <p:nvPr/>
            </p:nvSpPr>
            <p:spPr>
              <a:xfrm>
                <a:off x="2585883" y="585017"/>
                <a:ext cx="589930" cy="58502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45CC9BE-88A3-871D-6825-CF620C0DBC50}"/>
                  </a:ext>
                </a:extLst>
              </p:cNvPr>
              <p:cNvSpPr/>
              <p:nvPr/>
            </p:nvSpPr>
            <p:spPr>
              <a:xfrm>
                <a:off x="2585883" y="585017"/>
                <a:ext cx="1179871" cy="117987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BA12F0E-3D00-CA3E-4C73-CD3BF58591CB}"/>
                  </a:ext>
                </a:extLst>
              </p:cNvPr>
              <p:cNvSpPr/>
              <p:nvPr/>
            </p:nvSpPr>
            <p:spPr>
              <a:xfrm>
                <a:off x="5466735" y="585016"/>
                <a:ext cx="1179871" cy="117987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89B2186-FF6B-EE2F-BAC7-3563B38F1F51}"/>
                </a:ext>
              </a:extLst>
            </p:cNvPr>
            <p:cNvSpPr txBox="1"/>
            <p:nvPr/>
          </p:nvSpPr>
          <p:spPr>
            <a:xfrm>
              <a:off x="1653573" y="232932"/>
              <a:ext cx="6748747" cy="951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学习医学                               </a:t>
              </a:r>
              <a:r>
                <a:rPr lang="en-US" altLang="zh-CN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by Zeta-Xi-Upsilon</a:t>
              </a:r>
            </a:p>
            <a:p>
              <a:pPr>
                <a:lnSpc>
                  <a:spcPct val="150000"/>
                </a:lnSpc>
              </a:pPr>
              <a:r>
                <a:rPr lang="zh-CN" altLang="en-US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标题和答案好像没什么关系</a:t>
              </a:r>
              <a:r>
                <a:rPr lang="en-US" altLang="zh-CN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……</a:t>
              </a:r>
              <a:r>
                <a:rPr lang="zh-CN" altLang="en-US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吗？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0335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934EA-7DB4-B059-60BB-E71A56F54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8360CEED-0743-5CDF-6C9E-68F60949DAFF}"/>
              </a:ext>
            </a:extLst>
          </p:cNvPr>
          <p:cNvGrpSpPr/>
          <p:nvPr/>
        </p:nvGrpSpPr>
        <p:grpSpPr>
          <a:xfrm>
            <a:off x="2585392" y="736600"/>
            <a:ext cx="7021215" cy="5384800"/>
            <a:chOff x="1493520" y="142240"/>
            <a:chExt cx="7021215" cy="5384800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DA1834BF-F8EE-C1EB-1B78-9F67F4FCDF74}"/>
                </a:ext>
              </a:extLst>
            </p:cNvPr>
            <p:cNvGrpSpPr/>
            <p:nvPr/>
          </p:nvGrpSpPr>
          <p:grpSpPr>
            <a:xfrm>
              <a:off x="1493520" y="142240"/>
              <a:ext cx="7021215" cy="5384800"/>
              <a:chOff x="1493520" y="142240"/>
              <a:chExt cx="7021215" cy="5384800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F2FD642D-ABC0-715C-89DA-11C8E2C196A4}"/>
                  </a:ext>
                </a:extLst>
              </p:cNvPr>
              <p:cNvSpPr/>
              <p:nvPr/>
            </p:nvSpPr>
            <p:spPr>
              <a:xfrm>
                <a:off x="1493520" y="142240"/>
                <a:ext cx="7021215" cy="53848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5B127C15-1BE6-D4D6-A24B-2BAC50D8095C}"/>
                  </a:ext>
                </a:extLst>
              </p:cNvPr>
              <p:cNvGrpSpPr/>
              <p:nvPr/>
            </p:nvGrpSpPr>
            <p:grpSpPr>
              <a:xfrm>
                <a:off x="1679863" y="1409288"/>
                <a:ext cx="6579234" cy="3849332"/>
                <a:chOff x="1679863" y="585016"/>
                <a:chExt cx="6579234" cy="3849332"/>
              </a:xfrm>
            </p:grpSpPr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C7E0B172-6795-8204-C4D6-F378AA452E32}"/>
                    </a:ext>
                  </a:extLst>
                </p:cNvPr>
                <p:cNvSpPr/>
                <p:nvPr/>
              </p:nvSpPr>
              <p:spPr>
                <a:xfrm>
                  <a:off x="5466735" y="585016"/>
                  <a:ext cx="589930" cy="172061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58EADBA7-BE72-3CFC-4017-1DC5E0E22DFF}"/>
                    </a:ext>
                  </a:extLst>
                </p:cNvPr>
                <p:cNvSpPr/>
                <p:nvPr/>
              </p:nvSpPr>
              <p:spPr>
                <a:xfrm>
                  <a:off x="5466735" y="993058"/>
                  <a:ext cx="589930" cy="25316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CEBA5DCD-E407-4FB5-CDAE-09A5E5DA36B7}"/>
                    </a:ext>
                  </a:extLst>
                </p:cNvPr>
                <p:cNvSpPr/>
                <p:nvPr/>
              </p:nvSpPr>
              <p:spPr>
                <a:xfrm>
                  <a:off x="2585884" y="2605548"/>
                  <a:ext cx="1179871" cy="1179871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B2530DB6-6B78-1717-0D31-8EFEBF005D6B}"/>
                    </a:ext>
                  </a:extLst>
                </p:cNvPr>
                <p:cNvSpPr/>
                <p:nvPr/>
              </p:nvSpPr>
              <p:spPr>
                <a:xfrm>
                  <a:off x="4026310" y="2605547"/>
                  <a:ext cx="1179871" cy="1179871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D013B97B-F896-F719-A022-4764DEBC1BF6}"/>
                    </a:ext>
                  </a:extLst>
                </p:cNvPr>
                <p:cNvSpPr/>
                <p:nvPr/>
              </p:nvSpPr>
              <p:spPr>
                <a:xfrm>
                  <a:off x="5466736" y="2605546"/>
                  <a:ext cx="1179871" cy="1179871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E27F4B63-C481-049D-7381-224E3640BB0A}"/>
                    </a:ext>
                  </a:extLst>
                </p:cNvPr>
                <p:cNvSpPr/>
                <p:nvPr/>
              </p:nvSpPr>
              <p:spPr>
                <a:xfrm>
                  <a:off x="6907162" y="2605545"/>
                  <a:ext cx="1179871" cy="1179871"/>
                </a:xfrm>
                <a:prstGeom prst="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1" name="直接箭头连接符 10">
                  <a:extLst>
                    <a:ext uri="{FF2B5EF4-FFF2-40B4-BE49-F238E27FC236}">
                      <a16:creationId xmlns:a16="http://schemas.microsoft.com/office/drawing/2014/main" id="{A8872FCC-A726-7322-905C-C1CDAE2D0712}"/>
                    </a:ext>
                  </a:extLst>
                </p:cNvPr>
                <p:cNvCxnSpPr>
                  <a:endCxn id="5" idx="2"/>
                </p:cNvCxnSpPr>
                <p:nvPr/>
              </p:nvCxnSpPr>
              <p:spPr>
                <a:xfrm flipV="1">
                  <a:off x="4616245" y="3785418"/>
                  <a:ext cx="1" cy="648930"/>
                </a:xfrm>
                <a:prstGeom prst="straightConnector1">
                  <a:avLst/>
                </a:prstGeom>
                <a:ln w="50800" cap="sq">
                  <a:solidFill>
                    <a:srgbClr val="C00000"/>
                  </a:solidFill>
                  <a:miter lim="800000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接箭头连接符 11">
                  <a:extLst>
                    <a:ext uri="{FF2B5EF4-FFF2-40B4-BE49-F238E27FC236}">
                      <a16:creationId xmlns:a16="http://schemas.microsoft.com/office/drawing/2014/main" id="{F45C4566-6B1A-AC71-8C9A-6B56DD365577}"/>
                    </a:ext>
                  </a:extLst>
                </p:cNvPr>
                <p:cNvCxnSpPr/>
                <p:nvPr/>
              </p:nvCxnSpPr>
              <p:spPr>
                <a:xfrm flipV="1">
                  <a:off x="7497097" y="3785416"/>
                  <a:ext cx="1" cy="648930"/>
                </a:xfrm>
                <a:prstGeom prst="straightConnector1">
                  <a:avLst/>
                </a:prstGeom>
                <a:ln w="50800" cap="sq">
                  <a:solidFill>
                    <a:srgbClr val="C00000"/>
                  </a:solidFill>
                  <a:miter lim="800000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>
                  <a:extLst>
                    <a:ext uri="{FF2B5EF4-FFF2-40B4-BE49-F238E27FC236}">
                      <a16:creationId xmlns:a16="http://schemas.microsoft.com/office/drawing/2014/main" id="{0269C0CB-83A0-AB9B-79E3-C636E4F7BE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16245" y="4434348"/>
                  <a:ext cx="2880852" cy="0"/>
                </a:xfrm>
                <a:prstGeom prst="line">
                  <a:avLst/>
                </a:prstGeom>
                <a:ln w="50800" cap="sq">
                  <a:solidFill>
                    <a:srgbClr val="C00000"/>
                  </a:solidFill>
                  <a:miter lim="800000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97C5AA5C-1C38-EBCA-E884-D15562C9F188}"/>
                    </a:ext>
                  </a:extLst>
                </p:cNvPr>
                <p:cNvCxnSpPr>
                  <a:stCxn id="8" idx="2"/>
                  <a:endCxn id="4" idx="0"/>
                </p:cNvCxnSpPr>
                <p:nvPr/>
              </p:nvCxnSpPr>
              <p:spPr>
                <a:xfrm>
                  <a:off x="3175819" y="1764888"/>
                  <a:ext cx="1" cy="840660"/>
                </a:xfrm>
                <a:prstGeom prst="line">
                  <a:avLst/>
                </a:prstGeom>
                <a:ln w="101600" cmpd="dbl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连接符 17">
                  <a:extLst>
                    <a:ext uri="{FF2B5EF4-FFF2-40B4-BE49-F238E27FC236}">
                      <a16:creationId xmlns:a16="http://schemas.microsoft.com/office/drawing/2014/main" id="{5446A8CC-607A-484D-0215-795845A5EDCF}"/>
                    </a:ext>
                  </a:extLst>
                </p:cNvPr>
                <p:cNvCxnSpPr/>
                <p:nvPr/>
              </p:nvCxnSpPr>
              <p:spPr>
                <a:xfrm>
                  <a:off x="6056670" y="1757511"/>
                  <a:ext cx="1" cy="840660"/>
                </a:xfrm>
                <a:prstGeom prst="line">
                  <a:avLst/>
                </a:prstGeom>
                <a:ln w="101600" cmpd="dbl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F829F4F6-F101-EAB5-47E2-1E0AC649E344}"/>
                    </a:ext>
                  </a:extLst>
                </p:cNvPr>
                <p:cNvSpPr/>
                <p:nvPr/>
              </p:nvSpPr>
              <p:spPr>
                <a:xfrm>
                  <a:off x="2428568" y="2448232"/>
                  <a:ext cx="5830529" cy="1474833"/>
                </a:xfrm>
                <a:prstGeom prst="rect">
                  <a:avLst/>
                </a:prstGeom>
                <a:noFill/>
                <a:ln w="31750"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1BAE74F-1080-024C-FD8D-7FAE93CA1909}"/>
                    </a:ext>
                  </a:extLst>
                </p:cNvPr>
                <p:cNvSpPr txBox="1"/>
                <p:nvPr/>
              </p:nvSpPr>
              <p:spPr>
                <a:xfrm>
                  <a:off x="1679863" y="2034015"/>
                  <a:ext cx="1309141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>
                      <a:latin typeface="思源黑体 CN" panose="020B0500000000000000" pitchFamily="34" charset="-122"/>
                      <a:ea typeface="思源黑体 CN" panose="020B0500000000000000" pitchFamily="34" charset="-122"/>
                    </a:rPr>
                    <a:t>Answer</a:t>
                  </a:r>
                </a:p>
                <a:p>
                  <a:r>
                    <a:rPr lang="zh-CN" altLang="en-US" sz="2000" b="1">
                      <a:latin typeface="思源黑体 CN" panose="020B0500000000000000" pitchFamily="34" charset="-122"/>
                      <a:ea typeface="思源黑体 CN" panose="020B0500000000000000" pitchFamily="34" charset="-122"/>
                    </a:rPr>
                    <a:t>成语</a:t>
                  </a:r>
                </a:p>
              </p:txBody>
            </p:sp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FE7BF216-285A-AE76-E5E6-CD597835B4A2}"/>
                    </a:ext>
                  </a:extLst>
                </p:cNvPr>
                <p:cNvSpPr/>
                <p:nvPr/>
              </p:nvSpPr>
              <p:spPr>
                <a:xfrm>
                  <a:off x="2585883" y="585017"/>
                  <a:ext cx="589930" cy="585022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8CAD3F2E-2434-152D-6524-DF235FE28DD8}"/>
                    </a:ext>
                  </a:extLst>
                </p:cNvPr>
                <p:cNvSpPr/>
                <p:nvPr/>
              </p:nvSpPr>
              <p:spPr>
                <a:xfrm>
                  <a:off x="2585883" y="585017"/>
                  <a:ext cx="1179871" cy="1179871"/>
                </a:xfrm>
                <a:prstGeom prst="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F080E896-C362-AD99-9508-E6307948D7C5}"/>
                    </a:ext>
                  </a:extLst>
                </p:cNvPr>
                <p:cNvSpPr/>
                <p:nvPr/>
              </p:nvSpPr>
              <p:spPr>
                <a:xfrm>
                  <a:off x="5466735" y="585016"/>
                  <a:ext cx="1179871" cy="1179871"/>
                </a:xfrm>
                <a:prstGeom prst="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E737C6A-9A87-0040-DCCC-004C437DDFEA}"/>
                  </a:ext>
                </a:extLst>
              </p:cNvPr>
              <p:cNvSpPr txBox="1"/>
              <p:nvPr/>
            </p:nvSpPr>
            <p:spPr>
              <a:xfrm>
                <a:off x="1653573" y="232932"/>
                <a:ext cx="6748747" cy="951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学习医学                               </a:t>
                </a:r>
                <a:r>
                  <a:rPr lang="en-US" altLang="zh-CN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by Zeta-Xi-Upsilon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i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标题和答案好像没什么关系</a:t>
                </a:r>
                <a:r>
                  <a:rPr lang="en-US" altLang="zh-CN" i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……</a:t>
                </a:r>
                <a:r>
                  <a:rPr lang="zh-CN" altLang="en-US" i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吗？</a:t>
                </a:r>
              </a:p>
            </p:txBody>
          </p:sp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8D40424-5CC5-2659-364C-D238861035BF}"/>
                </a:ext>
              </a:extLst>
            </p:cNvPr>
            <p:cNvSpPr txBox="1"/>
            <p:nvPr/>
          </p:nvSpPr>
          <p:spPr>
            <a:xfrm>
              <a:off x="2536721" y="3329013"/>
              <a:ext cx="561600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8800">
                  <a:solidFill>
                    <a:srgbClr val="FF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声东击西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F1821743-F317-FCDE-A6D1-3670836BB6D3}"/>
                </a:ext>
              </a:extLst>
            </p:cNvPr>
            <p:cNvSpPr txBox="1"/>
            <p:nvPr/>
          </p:nvSpPr>
          <p:spPr>
            <a:xfrm>
              <a:off x="2517056" y="1298074"/>
              <a:ext cx="417600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8800">
                  <a:solidFill>
                    <a:srgbClr val="FF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聲擊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0900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</Words>
  <Application>Microsoft Office PowerPoint</Application>
  <PresentationFormat>宽屏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思源黑体 CN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Xinyi</dc:creator>
  <cp:lastModifiedBy>Zheng, Xinyi</cp:lastModifiedBy>
  <cp:revision>1</cp:revision>
  <dcterms:created xsi:type="dcterms:W3CDTF">2025-07-18T06:32:05Z</dcterms:created>
  <dcterms:modified xsi:type="dcterms:W3CDTF">2025-07-18T06:34:00Z</dcterms:modified>
</cp:coreProperties>
</file>