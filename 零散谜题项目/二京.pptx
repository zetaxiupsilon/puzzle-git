
<file path=[Content_Types].xml><?xml version="1.0" encoding="utf-8"?>
<Types xmlns="http://schemas.openxmlformats.org/package/2006/content-types">
  <Default Extension="jpeg" ContentType="image/jpeg"/>
  <Default Extension="jpeg@f_auto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0016"/>
    <a:srgbClr val="002E16"/>
    <a:srgbClr val="02E048"/>
    <a:srgbClr val="002E48"/>
    <a:srgbClr val="9E0004"/>
    <a:srgbClr val="09E004"/>
    <a:srgbClr val="0009E4"/>
    <a:srgbClr val="009E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79D917-04DF-93C1-F2E8-2AC45B103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C06253-73EE-B3A3-39F5-D1A6979FF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C5998C-16F6-9EC9-DBA7-EB7D5B47D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57B73-9DE8-4438-8A13-4E6C8DDF391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B48E29-FFDC-497A-8D5A-D687F714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5DADB4-443C-61FB-C78C-5A1E8788C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3EC4C-0886-463F-BD69-C74B612AD0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049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4369CA-5A5E-7C37-9FB2-D7BDF2E8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6B05B-D511-1E2A-EFE2-EBCA18028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5517D4-9076-3024-5780-219D3AAF1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57B73-9DE8-4438-8A13-4E6C8DDF391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F90A3C-EB19-2381-C847-619A07D08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E43BCD-5ED8-151C-1AAE-4E9D236F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3EC4C-0886-463F-BD69-C74B612AD0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178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7AB95E-AB7F-E2DB-293C-7CE53486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5EDBCC-1D18-A1D1-9162-0A51EF95C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5F479-BBEA-9761-09AC-41B590604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57B73-9DE8-4438-8A13-4E6C8DDF391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4A1F94-9197-B691-6EA5-15D4D37A6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584201-8A84-664D-A816-3A06A440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3EC4C-0886-463F-BD69-C74B612AD0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54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0D9B2B-5B89-0C05-E34C-863959949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0CAC4-B6B3-D99C-ECE0-85B76792F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C00AE6-ECAE-53CF-EC66-8D74D94FE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03FE53-2782-E46F-5CD2-D2DAFCA5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57B73-9DE8-4438-8A13-4E6C8DDF391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F4F4A7-73D5-0D1D-9AE6-5493D200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86A87F-94E4-1329-BBD9-0FD41063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3EC4C-0886-463F-BD69-C74B612AD0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345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77B59-3273-1D8C-196B-2D5540677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8DA681-EA49-D8D5-F43E-9DEA24B1D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F56EF6-B900-2C79-D06F-5CF45B2EE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52A7E7-6071-0B9C-E588-2DFADBB1C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957C31A-A7FD-AD68-7CB7-E6C5C177C6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5029B1-1950-BE62-867A-F5AB6759D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57B73-9DE8-4438-8A13-4E6C8DDF391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03F608A-6B60-64FE-48CB-5762809FB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7515CD-3267-B377-86AF-34707E38A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3EC4C-0886-463F-BD69-C74B612AD0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912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3C065A-BA9D-CE01-7104-97D66436B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AF1FA2-D0FA-2932-F293-4F62C1A5B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57B73-9DE8-4438-8A13-4E6C8DDF391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DD2A53-380E-6702-DCB4-55C04C34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68C4AC-BB4E-F203-B102-2D61C70F9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3EC4C-0886-463F-BD69-C74B612AD0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29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015340-3E8F-E878-B717-043C7DB42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57B73-9DE8-4438-8A13-4E6C8DDF391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AD3BFE0-2327-2530-E906-20308F6A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F2A6A5-39BE-C26B-9339-68AF0966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3EC4C-0886-463F-BD69-C74B612AD0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080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525CCD-0A76-EF0D-D0F8-A6D9CE46F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EE26DB-9158-EDD1-5428-BFB1EA77C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653C9F-51E8-4623-0E34-B16614BC2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209936-50B4-8970-D197-AFE960133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57B73-9DE8-4438-8A13-4E6C8DDF391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FD2C2E-C805-6144-556D-9793D4AE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75D025-D7B2-CA90-DF8A-753ED36ED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3EC4C-0886-463F-BD69-C74B612AD0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235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C8240A-5570-B0B3-C6D7-707306DEE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2E4F9A2-4404-78B2-C610-93E1A60140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69F615-D6C4-A33C-B7D3-78270155C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E79056-7353-0C1F-8EB3-ABD6A9EB4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57B73-9DE8-4438-8A13-4E6C8DDF391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75DCCF-10B6-7A11-7DA2-6720E3EFB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3DFF9C-64EB-F02F-7F0F-E71721F53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3EC4C-0886-463F-BD69-C74B612AD0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11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F0A1D-710B-5DAC-FFA1-AF1F61B75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CF199B-53E0-D9D5-CA4D-75BBC55E5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3D591C-92CE-33B4-9552-CF3BF5ACD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57B73-9DE8-4438-8A13-4E6C8DDF391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CD8B4F-6DD7-47B5-0DFB-A94F8E4CA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501689-A1D6-088C-7B47-5E503627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3EC4C-0886-463F-BD69-C74B612AD0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330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D069AD-A0BE-9127-A372-2A465B55F4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31D932-27DB-0ABB-BE70-577E2986B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5A4E3D-6806-A076-033D-63F83AC0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57B73-9DE8-4438-8A13-4E6C8DDF391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663A0C-BC2D-22A1-EE40-7FFACEFD7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F49A5E-9590-A224-3E2B-FFE924AAD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3EC4C-0886-463F-BD69-C74B612AD0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408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C234292-DEDD-4399-0C8D-24ECCBF75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F5CFEF-98A3-0720-3811-615497BF0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1C83AF-2A19-BF2A-3479-E230E0A7F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57B73-9DE8-4438-8A13-4E6C8DDF391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BC7555-58A9-D529-95A4-9F0CA2BE3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09B64D-A1CC-FDC9-E995-BE29072FB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33EC4C-0886-463F-BD69-C74B612AD0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47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@f_auto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A514719-95AE-43E7-5574-BF321BFE4FDE}"/>
              </a:ext>
            </a:extLst>
          </p:cNvPr>
          <p:cNvSpPr/>
          <p:nvPr/>
        </p:nvSpPr>
        <p:spPr>
          <a:xfrm>
            <a:off x="497543" y="1048148"/>
            <a:ext cx="859309" cy="859309"/>
          </a:xfrm>
          <a:prstGeom prst="rect">
            <a:avLst/>
          </a:prstGeom>
          <a:solidFill>
            <a:srgbClr val="009E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16AB71-2D86-9B0C-2E35-80AB5B28B0B5}"/>
              </a:ext>
            </a:extLst>
          </p:cNvPr>
          <p:cNvSpPr txBox="1"/>
          <p:nvPr/>
        </p:nvSpPr>
        <p:spPr>
          <a:xfrm>
            <a:off x="193260" y="212482"/>
            <a:ext cx="31706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思源黑体 CN" panose="020B0500000000000000" pitchFamily="34" charset="-122"/>
                <a:ea typeface="思源黑体 CN" panose="020B0500000000000000" pitchFamily="34" charset="-122"/>
              </a:rPr>
              <a:t>彩谜 </a:t>
            </a:r>
            <a:r>
              <a:rPr lang="en-US" altLang="zh-CN" sz="2000">
                <a:latin typeface="思源黑体 CN" panose="020B0500000000000000" pitchFamily="34" charset="-122"/>
                <a:ea typeface="思源黑体 CN" panose="020B0500000000000000" pitchFamily="34" charset="-122"/>
              </a:rPr>
              <a:t>@Zeta-Xi-Upsilon</a:t>
            </a:r>
            <a:endParaRPr lang="zh-CN" altLang="en-US" sz="3200">
              <a:latin typeface="思源黑体 CN" panose="020B0500000000000000" pitchFamily="34" charset="-122"/>
              <a:ea typeface="思源黑体 CN" panose="020B05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164200-19BE-CA66-A03F-A5CB26BF68C8}"/>
              </a:ext>
            </a:extLst>
          </p:cNvPr>
          <p:cNvSpPr txBox="1"/>
          <p:nvPr/>
        </p:nvSpPr>
        <p:spPr>
          <a:xfrm>
            <a:off x="1524000" y="115463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latin typeface="思源黑体 CN" panose="020B0500000000000000" pitchFamily="34" charset="-122"/>
                <a:ea typeface="思源黑体 CN" panose="020B0500000000000000" pitchFamily="34" charset="-122"/>
              </a:rPr>
              <a:t>＝</a:t>
            </a:r>
            <a:endParaRPr lang="zh-CN" altLang="en-US">
              <a:latin typeface="思源黑体 CN" panose="020B0500000000000000" pitchFamily="34" charset="-122"/>
              <a:ea typeface="思源黑体 CN" panose="020B0500000000000000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2DF0A99-04E3-FEBA-E0EF-D73B5DA5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407" y="557313"/>
            <a:ext cx="1564624" cy="1681268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0CE585D-016C-B536-725E-BF02D9632019}"/>
              </a:ext>
            </a:extLst>
          </p:cNvPr>
          <p:cNvSpPr/>
          <p:nvPr/>
        </p:nvSpPr>
        <p:spPr>
          <a:xfrm>
            <a:off x="2337479" y="1048148"/>
            <a:ext cx="859309" cy="859309"/>
          </a:xfrm>
          <a:prstGeom prst="rect">
            <a:avLst/>
          </a:prstGeom>
          <a:solidFill>
            <a:srgbClr val="9E00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CADE0EB-B7EE-EB08-1DFB-63260E765C3A}"/>
              </a:ext>
            </a:extLst>
          </p:cNvPr>
          <p:cNvSpPr txBox="1"/>
          <p:nvPr/>
        </p:nvSpPr>
        <p:spPr>
          <a:xfrm>
            <a:off x="3363936" y="115463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latin typeface="思源黑体 CN" panose="020B0500000000000000" pitchFamily="34" charset="-122"/>
                <a:ea typeface="思源黑体 CN" panose="020B0500000000000000" pitchFamily="34" charset="-122"/>
              </a:rPr>
              <a:t>＝</a:t>
            </a:r>
            <a:endParaRPr lang="zh-CN" altLang="en-US">
              <a:latin typeface="思源黑体 CN" panose="020B0500000000000000" pitchFamily="34" charset="-122"/>
              <a:ea typeface="思源黑体 CN" panose="020B0500000000000000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1CEFFD-1087-2E37-691B-108EDDE4C76F}"/>
              </a:ext>
            </a:extLst>
          </p:cNvPr>
          <p:cNvSpPr/>
          <p:nvPr/>
        </p:nvSpPr>
        <p:spPr>
          <a:xfrm>
            <a:off x="497543" y="3206990"/>
            <a:ext cx="859309" cy="859309"/>
          </a:xfrm>
          <a:prstGeom prst="rect">
            <a:avLst/>
          </a:prstGeom>
          <a:solidFill>
            <a:srgbClr val="002E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0663003-C8A2-EBA9-1979-3978784D6C1D}"/>
              </a:ext>
            </a:extLst>
          </p:cNvPr>
          <p:cNvSpPr txBox="1"/>
          <p:nvPr/>
        </p:nvSpPr>
        <p:spPr>
          <a:xfrm>
            <a:off x="1524000" y="3313478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latin typeface="思源黑体 CN" panose="020B0500000000000000" pitchFamily="34" charset="-122"/>
                <a:ea typeface="思源黑体 CN" panose="020B0500000000000000" pitchFamily="34" charset="-122"/>
              </a:rPr>
              <a:t>＝</a:t>
            </a:r>
            <a:endParaRPr lang="zh-CN" altLang="en-US">
              <a:latin typeface="思源黑体 CN" panose="020B0500000000000000" pitchFamily="34" charset="-122"/>
              <a:ea typeface="思源黑体 CN" panose="020B0500000000000000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97B142A-22C4-CDBB-93FB-5BAB499C4232}"/>
              </a:ext>
            </a:extLst>
          </p:cNvPr>
          <p:cNvSpPr/>
          <p:nvPr/>
        </p:nvSpPr>
        <p:spPr>
          <a:xfrm>
            <a:off x="2337479" y="3206990"/>
            <a:ext cx="859309" cy="859309"/>
          </a:xfrm>
          <a:prstGeom prst="rect">
            <a:avLst/>
          </a:prstGeom>
          <a:solidFill>
            <a:srgbClr val="02E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E68F308-1A55-AC20-CCD1-EC483ACD5353}"/>
              </a:ext>
            </a:extLst>
          </p:cNvPr>
          <p:cNvSpPr txBox="1"/>
          <p:nvPr/>
        </p:nvSpPr>
        <p:spPr>
          <a:xfrm>
            <a:off x="3363936" y="3313478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latin typeface="思源黑体 CN" panose="020B0500000000000000" pitchFamily="34" charset="-122"/>
                <a:ea typeface="思源黑体 CN" panose="020B0500000000000000" pitchFamily="34" charset="-122"/>
              </a:rPr>
              <a:t>＝</a:t>
            </a:r>
            <a:endParaRPr lang="zh-CN" altLang="en-US">
              <a:latin typeface="思源黑体 CN" panose="020B0500000000000000" pitchFamily="34" charset="-122"/>
              <a:ea typeface="思源黑体 CN" panose="020B0500000000000000" pitchFamily="34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9212D17-78FF-53E1-F958-27525AE07746}"/>
              </a:ext>
            </a:extLst>
          </p:cNvPr>
          <p:cNvGrpSpPr/>
          <p:nvPr/>
        </p:nvGrpSpPr>
        <p:grpSpPr>
          <a:xfrm>
            <a:off x="4128255" y="2406250"/>
            <a:ext cx="1848685" cy="2460785"/>
            <a:chOff x="6730820" y="985329"/>
            <a:chExt cx="3937178" cy="5240778"/>
          </a:xfrm>
        </p:grpSpPr>
        <p:pic>
          <p:nvPicPr>
            <p:cNvPr id="22" name="图片 21" descr="图片包含 形状&#10;&#10;AI 生成的内容可能不正确。">
              <a:extLst>
                <a:ext uri="{FF2B5EF4-FFF2-40B4-BE49-F238E27FC236}">
                  <a16:creationId xmlns:a16="http://schemas.microsoft.com/office/drawing/2014/main" id="{A91B1B0C-2D64-8532-A366-C332BC3E8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49"/>
            <a:stretch>
              <a:fillRect/>
            </a:stretch>
          </p:blipFill>
          <p:spPr>
            <a:xfrm>
              <a:off x="6730820" y="1048147"/>
              <a:ext cx="3937178" cy="5177960"/>
            </a:xfrm>
            <a:prstGeom prst="rect">
              <a:avLst/>
            </a:prstGeom>
          </p:spPr>
        </p:pic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F069DB73-D184-C665-306A-E74FD4D17DB3}"/>
                </a:ext>
              </a:extLst>
            </p:cNvPr>
            <p:cNvCxnSpPr>
              <a:cxnSpLocks/>
            </p:cNvCxnSpPr>
            <p:nvPr/>
          </p:nvCxnSpPr>
          <p:spPr>
            <a:xfrm>
              <a:off x="9115778" y="985329"/>
              <a:ext cx="0" cy="641337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2C8B95CE-D64C-53F3-1815-BB8866752D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6575" y="4710109"/>
              <a:ext cx="423264" cy="539775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矩形 31">
            <a:extLst>
              <a:ext uri="{FF2B5EF4-FFF2-40B4-BE49-F238E27FC236}">
                <a16:creationId xmlns:a16="http://schemas.microsoft.com/office/drawing/2014/main" id="{CE30BB98-CA33-CAA3-7C0A-231C97A48519}"/>
              </a:ext>
            </a:extLst>
          </p:cNvPr>
          <p:cNvSpPr/>
          <p:nvPr/>
        </p:nvSpPr>
        <p:spPr>
          <a:xfrm>
            <a:off x="2337479" y="5472318"/>
            <a:ext cx="859309" cy="859309"/>
          </a:xfrm>
          <a:prstGeom prst="rect">
            <a:avLst/>
          </a:prstGeom>
          <a:solidFill>
            <a:srgbClr val="002E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FBD9806-CC42-B415-2B73-2AC06F93EC39}"/>
              </a:ext>
            </a:extLst>
          </p:cNvPr>
          <p:cNvSpPr txBox="1"/>
          <p:nvPr/>
        </p:nvSpPr>
        <p:spPr>
          <a:xfrm>
            <a:off x="1524000" y="5578808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latin typeface="思源黑体 CN" panose="020B0500000000000000" pitchFamily="34" charset="-122"/>
                <a:ea typeface="思源黑体 CN" panose="020B0500000000000000" pitchFamily="34" charset="-122"/>
              </a:rPr>
              <a:t>＝</a:t>
            </a:r>
            <a:endParaRPr lang="zh-CN" altLang="en-US">
              <a:latin typeface="思源黑体 CN" panose="020B0500000000000000" pitchFamily="34" charset="-122"/>
              <a:ea typeface="思源黑体 CN" panose="020B0500000000000000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6B89918-6418-3A36-7C41-9829CF926F21}"/>
              </a:ext>
            </a:extLst>
          </p:cNvPr>
          <p:cNvSpPr/>
          <p:nvPr/>
        </p:nvSpPr>
        <p:spPr>
          <a:xfrm>
            <a:off x="500659" y="5472317"/>
            <a:ext cx="859309" cy="859309"/>
          </a:xfrm>
          <a:prstGeom prst="rect">
            <a:avLst/>
          </a:prstGeom>
          <a:solidFill>
            <a:srgbClr val="2E00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B894647-E565-A1AC-8132-92B94CB9B314}"/>
              </a:ext>
            </a:extLst>
          </p:cNvPr>
          <p:cNvSpPr txBox="1"/>
          <p:nvPr/>
        </p:nvSpPr>
        <p:spPr>
          <a:xfrm>
            <a:off x="3363936" y="5578808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latin typeface="思源黑体 CN" panose="020B0500000000000000" pitchFamily="34" charset="-122"/>
                <a:ea typeface="思源黑体 CN" panose="020B0500000000000000" pitchFamily="34" charset="-122"/>
              </a:rPr>
              <a:t>＝</a:t>
            </a:r>
            <a:endParaRPr lang="zh-CN" altLang="en-US">
              <a:latin typeface="思源黑体 CN" panose="020B0500000000000000" pitchFamily="34" charset="-122"/>
              <a:ea typeface="思源黑体 CN" panose="020B0500000000000000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5C400C6F-2E38-78F0-D7F3-FDDD81C84055}"/>
              </a:ext>
            </a:extLst>
          </p:cNvPr>
          <p:cNvGrpSpPr/>
          <p:nvPr/>
        </p:nvGrpSpPr>
        <p:grpSpPr>
          <a:xfrm>
            <a:off x="4216743" y="5546064"/>
            <a:ext cx="1525297" cy="711818"/>
            <a:chOff x="4343377" y="5416295"/>
            <a:chExt cx="1525297" cy="711818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3D3665AC-1219-C15D-CEC9-3CA093BD8DBC}"/>
                </a:ext>
              </a:extLst>
            </p:cNvPr>
            <p:cNvSpPr/>
            <p:nvPr/>
          </p:nvSpPr>
          <p:spPr>
            <a:xfrm>
              <a:off x="4343377" y="5416295"/>
              <a:ext cx="711818" cy="7118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8B784612-E02E-485B-118B-874F2CCF4EAA}"/>
                </a:ext>
              </a:extLst>
            </p:cNvPr>
            <p:cNvSpPr/>
            <p:nvPr/>
          </p:nvSpPr>
          <p:spPr>
            <a:xfrm>
              <a:off x="5156856" y="5416295"/>
              <a:ext cx="711818" cy="7118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0B22AA69-F50C-80A4-F090-364EF07F48BB}"/>
              </a:ext>
            </a:extLst>
          </p:cNvPr>
          <p:cNvSpPr txBox="1"/>
          <p:nvPr/>
        </p:nvSpPr>
        <p:spPr>
          <a:xfrm>
            <a:off x="4216743" y="5732696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rPr>
              <a:t>＜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rPr>
              <a:t>5</a:t>
            </a:r>
            <a:r>
              <a: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rPr>
              <a:t>画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977103A-2F5B-219D-2B1C-C98BD5A41D86}"/>
              </a:ext>
            </a:extLst>
          </p:cNvPr>
          <p:cNvSpPr txBox="1"/>
          <p:nvPr/>
        </p:nvSpPr>
        <p:spPr>
          <a:xfrm>
            <a:off x="3965279" y="629686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rPr>
              <a:t>※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rPr>
              <a:t>成词，不太常见</a:t>
            </a:r>
          </a:p>
        </p:txBody>
      </p:sp>
    </p:spTree>
    <p:extLst>
      <p:ext uri="{BB962C8B-B14F-4D97-AF65-F5344CB8AC3E}">
        <p14:creationId xmlns:p14="http://schemas.microsoft.com/office/powerpoint/2010/main" val="1561618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思源黑体 CN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Xinyi</dc:creator>
  <cp:lastModifiedBy>Zheng, Xinyi</cp:lastModifiedBy>
  <cp:revision>1</cp:revision>
  <dcterms:created xsi:type="dcterms:W3CDTF">2025-07-08T14:40:31Z</dcterms:created>
  <dcterms:modified xsi:type="dcterms:W3CDTF">2025-07-08T15:02:38Z</dcterms:modified>
</cp:coreProperties>
</file>