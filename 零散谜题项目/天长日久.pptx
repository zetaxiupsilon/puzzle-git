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1F15B-B8BA-DBA6-F8C3-A5C439579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68E229-32AE-7A40-1AE7-A06728EFD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BFCF90-1E2D-85E5-C0AC-EF4D0717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D06A-D869-459B-B681-C245DEF33617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6EF40B-1C03-7B3F-0370-D5F5C28B4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750326-5E12-B264-9051-F8CEA477B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8061-AB51-413C-9ECF-5EB92FA548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90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A3CBE-5E5E-E7ED-F0CB-B3F86B39F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38C044-F426-67D4-6E2F-4FE5EC732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61D21E-7A69-7713-B166-07EF3EF4E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D06A-D869-459B-B681-C245DEF33617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E86D2D-AF54-430A-FB54-83C19CCC9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6F0A9F-6E02-063B-8345-79524E2A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8061-AB51-413C-9ECF-5EB92FA548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421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1C9BE-434E-086C-4287-5CF6C1E32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BB7ED3-DF51-5348-8DB7-3AE9EA2FC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60FB8E-2162-0C5D-088A-5CA2DDB05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D06A-D869-459B-B681-C245DEF33617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E0E2EB-F6BF-EBC9-28C6-F0D4476B4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AB4D01-503E-D944-4623-CAFDFA2C9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8061-AB51-413C-9ECF-5EB92FA548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3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E650E-61F4-C807-BBD4-0FE6D6342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AC0392-208B-1224-AEA7-99075AC7F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E5A5FE-9B1D-BD80-C9BD-B0FCADF82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147DE9-5201-F943-3293-67ADA3515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D06A-D869-459B-B681-C245DEF33617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B84748-855A-57FC-C831-B9123FAD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E4746C-7C31-AE75-A51D-1C2CE0CE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8061-AB51-413C-9ECF-5EB92FA548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505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DB285-92B4-D636-17BD-FCCF03818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7C249A-CCAD-3B8B-1A60-54D9DC0C2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48140B-586F-A1D6-31A4-B75D69990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2736F0-F7B6-43E4-9FB9-9CBE1EDC6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E1C74D-B2F7-8298-FF7B-6C82E19944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318E21-C3A8-4218-779F-AA1EC01C9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D06A-D869-459B-B681-C245DEF33617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81D4B77-DC0C-5447-B80D-070F8D864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8729CC-375F-7091-E5DA-C7F498A3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8061-AB51-413C-9ECF-5EB92FA548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05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2D9C7-7C31-E5D4-422D-AC4C0B27A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071F4B-ABC7-16F7-E966-AB8A3467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D06A-D869-459B-B681-C245DEF33617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C15223-B425-E686-331F-8EA50084C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DAFA3B-1D5D-5CA0-6DFD-BB4E40A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8061-AB51-413C-9ECF-5EB92FA548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2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2098BD-7EA8-7DF0-5778-7BD5359E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D06A-D869-459B-B681-C245DEF33617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462787-AE6B-5B82-2A20-D910FCD0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275A50-0E3C-3A3B-5C3C-1762C0091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8061-AB51-413C-9ECF-5EB92FA548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45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36826-A007-94A4-BE9F-3F96218CA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6D92CE-74F6-A5D1-18AA-67D937BA1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D6ED26-C99C-6B0B-457F-A5C8CE420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4CD363-F7F6-A64D-59B2-4C015A3D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D06A-D869-459B-B681-C245DEF33617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7E6116-18CC-4753-35B3-9EBC4937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58B610-38C5-817C-550D-0B79CCCEB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8061-AB51-413C-9ECF-5EB92FA548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656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7897B-E60D-15BC-03DE-820DEB1EF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400C79-B0F0-33C1-D907-34445166A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56FB98-75E3-A1C4-CE86-790A452F1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D0E479-C785-E869-E15C-CB4E299A1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D06A-D869-459B-B681-C245DEF33617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FF41B4-96FC-4585-08D5-7CEAFFF9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884699-4549-36BE-786D-0699E0D49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8061-AB51-413C-9ECF-5EB92FA548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38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5BB75-94F5-EE76-4963-A3B3E66F2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D95CE2-76A6-5A99-358D-97FBCC0D1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DCC3D4-9E37-C5F8-7B74-92895C59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D06A-D869-459B-B681-C245DEF33617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DE4070-ED10-BE4C-41F7-1EAB5225A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A95EFC-52E0-6DB4-A656-7BA5ACAF5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8061-AB51-413C-9ECF-5EB92FA548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211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14C92F-3B44-22E6-D0AD-AF7C30590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025FDE-4F53-AD1D-3E06-F84397C72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3D523E-819F-6A39-25CA-BD9F92ED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D06A-D869-459B-B681-C245DEF33617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842BDC-4580-1FDB-7FD6-E541257BF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50E9FE-4026-365E-E344-37FFE8BB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C8061-AB51-413C-9ECF-5EB92FA548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04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BB1FEB-8E72-B4CA-4644-1924D97FF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1FE581-FD07-7724-F01A-C49A13CAA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25D0CD-AC5F-6B6E-749B-86636C86C3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BD06A-D869-459B-B681-C245DEF33617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BD782D-4E3B-364A-C555-9D001D1C5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CE5D06-5143-8645-AD22-B93E4B750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C8061-AB51-413C-9ECF-5EB92FA548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9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6E4BC-669B-C60F-30AD-B572B652E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1C6B091-E160-8BAA-6160-C37ABF097E86}"/>
              </a:ext>
            </a:extLst>
          </p:cNvPr>
          <p:cNvGrpSpPr/>
          <p:nvPr/>
        </p:nvGrpSpPr>
        <p:grpSpPr>
          <a:xfrm>
            <a:off x="2344993" y="871384"/>
            <a:ext cx="7502014" cy="5115231"/>
            <a:chOff x="2344993" y="528484"/>
            <a:chExt cx="7502014" cy="5115231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672B6EC-1663-031C-2414-0A9A6D78B14E}"/>
                </a:ext>
              </a:extLst>
            </p:cNvPr>
            <p:cNvSpPr/>
            <p:nvPr/>
          </p:nvSpPr>
          <p:spPr>
            <a:xfrm>
              <a:off x="2344993" y="528484"/>
              <a:ext cx="7502014" cy="51152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C9C95120-E6AA-BE12-75C6-89B7C63596A7}"/>
                </a:ext>
              </a:extLst>
            </p:cNvPr>
            <p:cNvSpPr txBox="1"/>
            <p:nvPr/>
          </p:nvSpPr>
          <p:spPr>
            <a:xfrm>
              <a:off x="7296857" y="825353"/>
              <a:ext cx="23633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by Zet</a:t>
              </a:r>
              <a:r>
                <a:rPr lang="en-US" altLang="zh-CN" sz="2000" i="1">
                  <a:solidFill>
                    <a:srgbClr val="FDDEB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</a:t>
              </a:r>
              <a:r>
                <a:rPr lang="en-US" altLang="zh-CN" sz="20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-Xi-Upsilon</a:t>
              </a:r>
              <a:endParaRPr lang="zh-CN" altLang="en-US" sz="2000" i="1">
                <a:solidFill>
                  <a:schemeClr val="tx1">
                    <a:lumMod val="50000"/>
                    <a:lumOff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4E244BE2-8671-6F24-42DF-3F12769C3A38}"/>
                </a:ext>
              </a:extLst>
            </p:cNvPr>
            <p:cNvSpPr txBox="1"/>
            <p:nvPr/>
          </p:nvSpPr>
          <p:spPr>
            <a:xfrm>
              <a:off x="2505709" y="661633"/>
              <a:ext cx="2236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b="1">
                  <a:gradFill>
                    <a:gsLst>
                      <a:gs pos="25000">
                        <a:schemeClr val="tx1"/>
                      </a:gs>
                      <a:gs pos="25000">
                        <a:srgbClr val="962000"/>
                      </a:gs>
                    </a:gsLst>
                    <a:lin ang="5400000" scaled="0"/>
                  </a:gra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天</a:t>
              </a:r>
              <a:r>
                <a:rPr lang="zh-CN" altLang="en-US" sz="4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长日</a:t>
              </a:r>
              <a:r>
                <a:rPr lang="zh-CN" altLang="en-US" sz="4000" b="1">
                  <a:gradFill>
                    <a:gsLst>
                      <a:gs pos="35000">
                        <a:srgbClr val="AF5E05"/>
                      </a:gs>
                      <a:gs pos="65000">
                        <a:srgbClr val="DB7607"/>
                      </a:gs>
                    </a:gsLst>
                    <a:lin ang="5400000" scaled="0"/>
                  </a:gra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久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91A2AB1-2808-B882-8377-B46DF8B6CDB4}"/>
                </a:ext>
              </a:extLst>
            </p:cNvPr>
            <p:cNvSpPr/>
            <p:nvPr/>
          </p:nvSpPr>
          <p:spPr>
            <a:xfrm>
              <a:off x="2739837" y="2145886"/>
              <a:ext cx="637546" cy="934065"/>
            </a:xfrm>
            <a:prstGeom prst="rect">
              <a:avLst/>
            </a:prstGeom>
            <a:solidFill>
              <a:srgbClr val="AF5E05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2C21AA4-7D08-42B5-18B2-4344B2FF74F8}"/>
                </a:ext>
              </a:extLst>
            </p:cNvPr>
            <p:cNvSpPr/>
            <p:nvPr/>
          </p:nvSpPr>
          <p:spPr>
            <a:xfrm>
              <a:off x="3496919" y="2145886"/>
              <a:ext cx="637546" cy="934065"/>
            </a:xfrm>
            <a:prstGeom prst="rect">
              <a:avLst/>
            </a:prstGeom>
            <a:solidFill>
              <a:srgbClr val="DB760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AC03A3F-C575-E19E-971E-3673C9668995}"/>
                </a:ext>
              </a:extLst>
            </p:cNvPr>
            <p:cNvSpPr/>
            <p:nvPr/>
          </p:nvSpPr>
          <p:spPr>
            <a:xfrm>
              <a:off x="4254001" y="2145886"/>
              <a:ext cx="637546" cy="934065"/>
            </a:xfrm>
            <a:prstGeom prst="rect">
              <a:avLst/>
            </a:prstGeom>
            <a:solidFill>
              <a:srgbClr val="FAA74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AC3351A-97D8-16C6-6229-4EFEB93A61F6}"/>
                </a:ext>
              </a:extLst>
            </p:cNvPr>
            <p:cNvSpPr/>
            <p:nvPr/>
          </p:nvSpPr>
          <p:spPr>
            <a:xfrm>
              <a:off x="5011083" y="2145886"/>
              <a:ext cx="637546" cy="934065"/>
            </a:xfrm>
            <a:prstGeom prst="rect">
              <a:avLst/>
            </a:prstGeom>
            <a:solidFill>
              <a:srgbClr val="FDDEBB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EFC89FC-CB36-3AE6-CD12-6D9BE36EC4A3}"/>
                </a:ext>
              </a:extLst>
            </p:cNvPr>
            <p:cNvSpPr/>
            <p:nvPr/>
          </p:nvSpPr>
          <p:spPr>
            <a:xfrm>
              <a:off x="3496919" y="4073008"/>
              <a:ext cx="637546" cy="934065"/>
            </a:xfrm>
            <a:prstGeom prst="rect">
              <a:avLst/>
            </a:prstGeom>
            <a:solidFill>
              <a:srgbClr val="DB760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85B6CE1-E5EB-2083-3761-9D30B145C798}"/>
                </a:ext>
              </a:extLst>
            </p:cNvPr>
            <p:cNvSpPr/>
            <p:nvPr/>
          </p:nvSpPr>
          <p:spPr>
            <a:xfrm>
              <a:off x="4254001" y="4073008"/>
              <a:ext cx="637546" cy="934065"/>
            </a:xfrm>
            <a:prstGeom prst="rect">
              <a:avLst/>
            </a:prstGeom>
            <a:solidFill>
              <a:srgbClr val="FAA74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7198557-BEF0-BC40-A06E-E80E4037A065}"/>
                </a:ext>
              </a:extLst>
            </p:cNvPr>
            <p:cNvSpPr/>
            <p:nvPr/>
          </p:nvSpPr>
          <p:spPr>
            <a:xfrm>
              <a:off x="5011083" y="4363436"/>
              <a:ext cx="637546" cy="643637"/>
            </a:xfrm>
            <a:prstGeom prst="rect">
              <a:avLst/>
            </a:prstGeom>
            <a:solidFill>
              <a:srgbClr val="FDDEBB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84A4011-45C5-1455-844E-4FACD3BF909D}"/>
                </a:ext>
              </a:extLst>
            </p:cNvPr>
            <p:cNvSpPr txBox="1"/>
            <p:nvPr/>
          </p:nvSpPr>
          <p:spPr>
            <a:xfrm>
              <a:off x="5840597" y="4183827"/>
              <a:ext cx="697627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4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＝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C76D498-8D87-C87F-234B-4351E3044C0F}"/>
                </a:ext>
              </a:extLst>
            </p:cNvPr>
            <p:cNvSpPr txBox="1"/>
            <p:nvPr/>
          </p:nvSpPr>
          <p:spPr>
            <a:xfrm>
              <a:off x="5840596" y="2258975"/>
              <a:ext cx="697627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4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＝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4F1AC13-B47E-530B-1BA8-D9396EA925C4}"/>
                </a:ext>
              </a:extLst>
            </p:cNvPr>
            <p:cNvSpPr/>
            <p:nvPr/>
          </p:nvSpPr>
          <p:spPr>
            <a:xfrm>
              <a:off x="6749854" y="2190168"/>
              <a:ext cx="820975" cy="820975"/>
            </a:xfrm>
            <a:prstGeom prst="rect">
              <a:avLst/>
            </a:prstGeom>
            <a:solidFill>
              <a:srgbClr val="562E0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5853107-3492-56EC-C867-E5F6E7C1643C}"/>
                </a:ext>
              </a:extLst>
            </p:cNvPr>
            <p:cNvSpPr/>
            <p:nvPr/>
          </p:nvSpPr>
          <p:spPr>
            <a:xfrm>
              <a:off x="7685733" y="4105348"/>
              <a:ext cx="820975" cy="820975"/>
            </a:xfrm>
            <a:prstGeom prst="rect">
              <a:avLst/>
            </a:prstGeom>
            <a:solidFill>
              <a:srgbClr val="562E0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AEE3ADB-32B3-D952-7B2B-3F2E68C2F700}"/>
                </a:ext>
              </a:extLst>
            </p:cNvPr>
            <p:cNvSpPr/>
            <p:nvPr/>
          </p:nvSpPr>
          <p:spPr>
            <a:xfrm>
              <a:off x="8621613" y="4105348"/>
              <a:ext cx="820975" cy="820975"/>
            </a:xfrm>
            <a:prstGeom prst="rect">
              <a:avLst/>
            </a:prstGeom>
            <a:solidFill>
              <a:srgbClr val="DE3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11D20D3-B666-817D-75CF-D0C9D8232F78}"/>
                </a:ext>
              </a:extLst>
            </p:cNvPr>
            <p:cNvSpPr/>
            <p:nvPr/>
          </p:nvSpPr>
          <p:spPr>
            <a:xfrm>
              <a:off x="6749853" y="4107618"/>
              <a:ext cx="820975" cy="820975"/>
            </a:xfrm>
            <a:prstGeom prst="rect">
              <a:avLst/>
            </a:prstGeom>
            <a:solidFill>
              <a:srgbClr val="962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连接符: 肘形 38">
              <a:extLst>
                <a:ext uri="{FF2B5EF4-FFF2-40B4-BE49-F238E27FC236}">
                  <a16:creationId xmlns:a16="http://schemas.microsoft.com/office/drawing/2014/main" id="{74F596C1-4B3B-F508-CED4-7EFB67C6B81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652770" y="631487"/>
              <a:ext cx="756000" cy="232200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F6561932-0AE9-9E41-0454-EB99884BD254}"/>
                </a:ext>
              </a:extLst>
            </p:cNvPr>
            <p:cNvSpPr/>
            <p:nvPr/>
          </p:nvSpPr>
          <p:spPr>
            <a:xfrm>
              <a:off x="6548284" y="3972229"/>
              <a:ext cx="3116826" cy="11012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3094A84-CF75-1362-8887-CEF9A47DC0B2}"/>
                </a:ext>
              </a:extLst>
            </p:cNvPr>
            <p:cNvSpPr txBox="1"/>
            <p:nvPr/>
          </p:nvSpPr>
          <p:spPr>
            <a:xfrm>
              <a:off x="6447509" y="3529777"/>
              <a:ext cx="13091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Answer</a:t>
              </a:r>
              <a:endParaRPr lang="zh-CN" altLang="en-US" sz="2400" b="1">
                <a:solidFill>
                  <a:srgbClr val="FF000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6127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AA876-3E7F-B34D-07C6-442525E8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209F0952-C5C9-991F-4E5A-D263AE9F6F7E}"/>
              </a:ext>
            </a:extLst>
          </p:cNvPr>
          <p:cNvGrpSpPr/>
          <p:nvPr/>
        </p:nvGrpSpPr>
        <p:grpSpPr>
          <a:xfrm>
            <a:off x="2344993" y="784123"/>
            <a:ext cx="7502014" cy="5289754"/>
            <a:chOff x="2344993" y="353962"/>
            <a:chExt cx="7502014" cy="5289754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869DA3D-5F52-20A0-9D3F-04334FB418A0}"/>
                </a:ext>
              </a:extLst>
            </p:cNvPr>
            <p:cNvSpPr/>
            <p:nvPr/>
          </p:nvSpPr>
          <p:spPr>
            <a:xfrm>
              <a:off x="2344993" y="353962"/>
              <a:ext cx="7502014" cy="52897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F79A9104-EFAD-A3D1-1A96-B01F8504D47A}"/>
                </a:ext>
              </a:extLst>
            </p:cNvPr>
            <p:cNvSpPr txBox="1"/>
            <p:nvPr/>
          </p:nvSpPr>
          <p:spPr>
            <a:xfrm>
              <a:off x="7296857" y="825353"/>
              <a:ext cx="23633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by Zet</a:t>
              </a:r>
              <a:r>
                <a:rPr lang="en-US" altLang="zh-CN" sz="2000" i="1">
                  <a:solidFill>
                    <a:srgbClr val="FDDEB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</a:t>
              </a:r>
              <a:r>
                <a:rPr lang="en-US" altLang="zh-CN" sz="20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-Xi-Upsilon</a:t>
              </a:r>
              <a:endParaRPr lang="zh-CN" altLang="en-US" sz="2000" i="1">
                <a:solidFill>
                  <a:schemeClr val="tx1">
                    <a:lumMod val="50000"/>
                    <a:lumOff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00688666-7F7B-CF31-8FEF-9983B3790892}"/>
                </a:ext>
              </a:extLst>
            </p:cNvPr>
            <p:cNvSpPr txBox="1"/>
            <p:nvPr/>
          </p:nvSpPr>
          <p:spPr>
            <a:xfrm>
              <a:off x="2505709" y="661633"/>
              <a:ext cx="346761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b="1">
                  <a:gradFill>
                    <a:gsLst>
                      <a:gs pos="25000">
                        <a:schemeClr val="tx1"/>
                      </a:gs>
                      <a:gs pos="25000">
                        <a:srgbClr val="962000"/>
                      </a:gs>
                    </a:gsLst>
                    <a:lin ang="5400000" scaled="0"/>
                  </a:gra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天</a:t>
              </a:r>
              <a:r>
                <a:rPr lang="zh-CN" altLang="en-US" sz="4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长日</a:t>
              </a:r>
              <a:r>
                <a:rPr lang="zh-CN" altLang="en-US" sz="4000" b="1">
                  <a:gradFill>
                    <a:gsLst>
                      <a:gs pos="35000">
                        <a:srgbClr val="AF5E05"/>
                      </a:gs>
                      <a:gs pos="65000">
                        <a:srgbClr val="DB7607"/>
                      </a:gs>
                    </a:gsLst>
                    <a:lin ang="5400000" scaled="0"/>
                  </a:gra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久</a:t>
              </a:r>
              <a:r>
                <a:rPr lang="zh-CN" altLang="en-US" sz="3200" b="1">
                  <a:gradFill>
                    <a:gsLst>
                      <a:gs pos="35000">
                        <a:srgbClr val="AF5E05"/>
                      </a:gs>
                      <a:gs pos="65000">
                        <a:srgbClr val="DB7607"/>
                      </a:gs>
                    </a:gsLst>
                    <a:lin ang="5400000" scaled="0"/>
                  </a:gra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　</a:t>
              </a:r>
              <a:r>
                <a:rPr lang="zh-CN" altLang="en-US" sz="32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解析</a:t>
              </a:r>
              <a:endParaRPr lang="zh-CN" altLang="en-US" sz="40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295CE1D-D6DF-0020-7D13-9C830B9C0323}"/>
                </a:ext>
              </a:extLst>
            </p:cNvPr>
            <p:cNvSpPr/>
            <p:nvPr/>
          </p:nvSpPr>
          <p:spPr>
            <a:xfrm>
              <a:off x="2739837" y="2145886"/>
              <a:ext cx="637546" cy="934065"/>
            </a:xfrm>
            <a:prstGeom prst="rect">
              <a:avLst/>
            </a:prstGeom>
            <a:solidFill>
              <a:srgbClr val="AF5E05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K</a:t>
              </a:r>
              <a:endParaRPr lang="zh-CN" altLang="en-US" sz="48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A8C6D75-1A07-EE8F-FBB1-7A6223BF2674}"/>
                </a:ext>
              </a:extLst>
            </p:cNvPr>
            <p:cNvSpPr/>
            <p:nvPr/>
          </p:nvSpPr>
          <p:spPr>
            <a:xfrm>
              <a:off x="3496919" y="2145886"/>
              <a:ext cx="637546" cy="934065"/>
            </a:xfrm>
            <a:prstGeom prst="rect">
              <a:avLst/>
            </a:prstGeom>
            <a:solidFill>
              <a:srgbClr val="DB760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U</a:t>
              </a:r>
              <a:endParaRPr lang="zh-CN" altLang="en-US" sz="48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60F9C6E-E5A6-98DA-4F31-9C6A4C286917}"/>
                </a:ext>
              </a:extLst>
            </p:cNvPr>
            <p:cNvSpPr/>
            <p:nvPr/>
          </p:nvSpPr>
          <p:spPr>
            <a:xfrm>
              <a:off x="4254001" y="2145886"/>
              <a:ext cx="637546" cy="934065"/>
            </a:xfrm>
            <a:prstGeom prst="rect">
              <a:avLst/>
            </a:prstGeom>
            <a:solidFill>
              <a:srgbClr val="FAA74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M</a:t>
              </a:r>
              <a:endParaRPr lang="zh-CN" altLang="en-US" sz="48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88D1DD6-D6EB-72DF-FC9E-48F11A5B2E8B}"/>
                </a:ext>
              </a:extLst>
            </p:cNvPr>
            <p:cNvSpPr/>
            <p:nvPr/>
          </p:nvSpPr>
          <p:spPr>
            <a:xfrm>
              <a:off x="5011083" y="2145886"/>
              <a:ext cx="637546" cy="934065"/>
            </a:xfrm>
            <a:prstGeom prst="rect">
              <a:avLst/>
            </a:prstGeom>
            <a:solidFill>
              <a:srgbClr val="FDDEBB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</a:t>
              </a:r>
              <a:endParaRPr lang="zh-CN" altLang="en-US" sz="48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94752CD-8CA7-238D-2232-6CCF5EC824D5}"/>
                </a:ext>
              </a:extLst>
            </p:cNvPr>
            <p:cNvSpPr/>
            <p:nvPr/>
          </p:nvSpPr>
          <p:spPr>
            <a:xfrm>
              <a:off x="3496919" y="4073008"/>
              <a:ext cx="637546" cy="934065"/>
            </a:xfrm>
            <a:prstGeom prst="rect">
              <a:avLst/>
            </a:prstGeom>
            <a:solidFill>
              <a:srgbClr val="DB760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U</a:t>
              </a:r>
              <a:endParaRPr lang="zh-CN" altLang="en-US" sz="48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DA210BB-B4A9-A9C4-BE84-D3F97F2F0BA2}"/>
                </a:ext>
              </a:extLst>
            </p:cNvPr>
            <p:cNvSpPr/>
            <p:nvPr/>
          </p:nvSpPr>
          <p:spPr>
            <a:xfrm>
              <a:off x="4254001" y="4073008"/>
              <a:ext cx="637546" cy="934065"/>
            </a:xfrm>
            <a:prstGeom prst="rect">
              <a:avLst/>
            </a:prstGeom>
            <a:solidFill>
              <a:srgbClr val="FAA74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M</a:t>
              </a:r>
              <a:endParaRPr lang="zh-CN" altLang="en-US" sz="48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EF9231D-6423-36E8-2128-876DCC58CFE9}"/>
                </a:ext>
              </a:extLst>
            </p:cNvPr>
            <p:cNvSpPr/>
            <p:nvPr/>
          </p:nvSpPr>
          <p:spPr>
            <a:xfrm>
              <a:off x="5011083" y="4363436"/>
              <a:ext cx="637546" cy="643637"/>
            </a:xfrm>
            <a:prstGeom prst="rect">
              <a:avLst/>
            </a:prstGeom>
            <a:solidFill>
              <a:srgbClr val="FDDEBB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</a:t>
              </a:r>
              <a:endParaRPr lang="zh-CN" altLang="en-US" sz="48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B4DECAF-D624-004C-5797-E35E4F0DCD57}"/>
                </a:ext>
              </a:extLst>
            </p:cNvPr>
            <p:cNvSpPr txBox="1"/>
            <p:nvPr/>
          </p:nvSpPr>
          <p:spPr>
            <a:xfrm>
              <a:off x="5840597" y="4183827"/>
              <a:ext cx="697627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4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＝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90FE5AF-D0F8-1F8C-283B-3BF038054691}"/>
                </a:ext>
              </a:extLst>
            </p:cNvPr>
            <p:cNvSpPr txBox="1"/>
            <p:nvPr/>
          </p:nvSpPr>
          <p:spPr>
            <a:xfrm>
              <a:off x="5840596" y="2258975"/>
              <a:ext cx="697627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4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＝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63C013A-8EB1-5BDA-0902-D3406F4B4EC1}"/>
                </a:ext>
              </a:extLst>
            </p:cNvPr>
            <p:cNvSpPr/>
            <p:nvPr/>
          </p:nvSpPr>
          <p:spPr>
            <a:xfrm>
              <a:off x="6749854" y="2190168"/>
              <a:ext cx="820975" cy="820975"/>
            </a:xfrm>
            <a:prstGeom prst="rect">
              <a:avLst/>
            </a:prstGeom>
            <a:solidFill>
              <a:srgbClr val="562E0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熊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F19F448B-C0B8-B5A1-7AF2-C8B4F8557AEC}"/>
                </a:ext>
              </a:extLst>
            </p:cNvPr>
            <p:cNvSpPr/>
            <p:nvPr/>
          </p:nvSpPr>
          <p:spPr>
            <a:xfrm>
              <a:off x="7685733" y="4105348"/>
              <a:ext cx="820975" cy="820975"/>
            </a:xfrm>
            <a:prstGeom prst="rect">
              <a:avLst/>
            </a:prstGeom>
            <a:solidFill>
              <a:srgbClr val="562E0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熊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4A1A79F-069B-6F93-5B53-3802BFDF2F2C}"/>
                </a:ext>
              </a:extLst>
            </p:cNvPr>
            <p:cNvSpPr/>
            <p:nvPr/>
          </p:nvSpPr>
          <p:spPr>
            <a:xfrm>
              <a:off x="8621613" y="4105348"/>
              <a:ext cx="820975" cy="820975"/>
            </a:xfrm>
            <a:prstGeom prst="rect">
              <a:avLst/>
            </a:prstGeom>
            <a:solidFill>
              <a:srgbClr val="DE3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座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D2CE5D1-BC78-E5BA-2C76-2E1B12C00AAA}"/>
                </a:ext>
              </a:extLst>
            </p:cNvPr>
            <p:cNvSpPr/>
            <p:nvPr/>
          </p:nvSpPr>
          <p:spPr>
            <a:xfrm>
              <a:off x="6749853" y="4107618"/>
              <a:ext cx="820975" cy="820975"/>
            </a:xfrm>
            <a:prstGeom prst="rect">
              <a:avLst/>
            </a:prstGeom>
            <a:solidFill>
              <a:srgbClr val="962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大</a:t>
              </a:r>
            </a:p>
          </p:txBody>
        </p:sp>
        <p:cxnSp>
          <p:nvCxnSpPr>
            <p:cNvPr id="39" name="连接符: 肘形 38">
              <a:extLst>
                <a:ext uri="{FF2B5EF4-FFF2-40B4-BE49-F238E27FC236}">
                  <a16:creationId xmlns:a16="http://schemas.microsoft.com/office/drawing/2014/main" id="{66E43BE6-0BB9-A953-FF32-933038DFC77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652770" y="631487"/>
              <a:ext cx="756000" cy="232200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E13D9B4-6CB7-EE4F-5914-B725C5016149}"/>
                </a:ext>
              </a:extLst>
            </p:cNvPr>
            <p:cNvSpPr/>
            <p:nvPr/>
          </p:nvSpPr>
          <p:spPr>
            <a:xfrm>
              <a:off x="6548284" y="3972229"/>
              <a:ext cx="3116826" cy="11012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BF5D6627-82E6-9FFA-5BA7-55225AAD4E23}"/>
                </a:ext>
              </a:extLst>
            </p:cNvPr>
            <p:cNvSpPr txBox="1"/>
            <p:nvPr/>
          </p:nvSpPr>
          <p:spPr>
            <a:xfrm>
              <a:off x="6447509" y="3529777"/>
              <a:ext cx="13091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>
                  <a:solidFill>
                    <a:srgbClr val="FF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Answer</a:t>
              </a:r>
              <a:endParaRPr lang="zh-CN" altLang="en-US" sz="2400" b="1">
                <a:solidFill>
                  <a:srgbClr val="FF000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20A0A18-A62B-B79B-17B4-B41F543405BB}"/>
                </a:ext>
              </a:extLst>
            </p:cNvPr>
            <p:cNvSpPr txBox="1"/>
            <p:nvPr/>
          </p:nvSpPr>
          <p:spPr>
            <a:xfrm>
              <a:off x="4157276" y="45955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>
                  <a:gradFill>
                    <a:gsLst>
                      <a:gs pos="58000">
                        <a:srgbClr val="DB7607"/>
                      </a:gs>
                      <a:gs pos="31000">
                        <a:srgbClr val="AF5E05"/>
                      </a:gs>
                    </a:gsLst>
                    <a:lin ang="5400000" scaled="0"/>
                  </a:gradFill>
                  <a:latin typeface="Noto Sans JP" panose="020B0200000000000000" pitchFamily="34" charset="-122"/>
                  <a:ea typeface="Noto Sans JP" panose="020B0200000000000000" pitchFamily="34" charset="-122"/>
                </a:rPr>
                <a:t>く</a:t>
              </a:r>
              <a:endParaRPr lang="zh-CN" altLang="en-US" b="1">
                <a:gradFill>
                  <a:gsLst>
                    <a:gs pos="58000">
                      <a:srgbClr val="DB7607"/>
                    </a:gs>
                    <a:gs pos="31000">
                      <a:srgbClr val="AF5E05"/>
                    </a:gs>
                  </a:gsLst>
                  <a:lin ang="5400000" scaled="0"/>
                </a:gradFill>
                <a:latin typeface="Noto Sans JP" panose="020B0200000000000000" pitchFamily="34" charset="-122"/>
                <a:ea typeface="Noto Sans JP" panose="020B0200000000000000" pitchFamily="34" charset="-122"/>
              </a:endParaRP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7F63138B-8D55-AD73-11AB-8434E1BFD6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9320" y="1316166"/>
              <a:ext cx="655649" cy="70927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E58DB93-3BB1-BA3A-A492-9B4771998A65}"/>
                </a:ext>
              </a:extLst>
            </p:cNvPr>
            <p:cNvCxnSpPr/>
            <p:nvPr/>
          </p:nvCxnSpPr>
          <p:spPr>
            <a:xfrm>
              <a:off x="2739837" y="2025445"/>
              <a:ext cx="139462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18AC14CE-0B6A-F642-932E-7F2B161168C7}"/>
                </a:ext>
              </a:extLst>
            </p:cNvPr>
            <p:cNvCxnSpPr>
              <a:cxnSpLocks/>
            </p:cNvCxnSpPr>
            <p:nvPr/>
          </p:nvCxnSpPr>
          <p:spPr>
            <a:xfrm>
              <a:off x="3058610" y="1259683"/>
              <a:ext cx="3691243" cy="284566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6EB7E60B-411C-5D84-2B00-5431E938C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3717" y="1162050"/>
              <a:ext cx="2498253" cy="983836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9795681E-9B4A-5B99-9281-018A12E4B9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3717" y="1162050"/>
              <a:ext cx="2498253" cy="3201386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A29C71A-7ABD-0637-F0F8-5C1767F38A74}"/>
                </a:ext>
              </a:extLst>
            </p:cNvPr>
            <p:cNvSpPr txBox="1"/>
            <p:nvPr/>
          </p:nvSpPr>
          <p:spPr>
            <a:xfrm>
              <a:off x="4320778" y="1451725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bg1">
                      <a:lumMod val="50000"/>
                    </a:schemeClr>
                  </a:solidFill>
                </a:rPr>
                <a:t>（指日语）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1676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宽屏</PresentationFormat>
  <Paragraphs>23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Noto Sans JP</vt:lpstr>
      <vt:lpstr>等线</vt:lpstr>
      <vt:lpstr>等线 Light</vt:lpstr>
      <vt:lpstr>思源黑体 CN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XY Zheng</dc:creator>
  <cp:lastModifiedBy>XY Zheng</cp:lastModifiedBy>
  <cp:revision>1</cp:revision>
  <dcterms:created xsi:type="dcterms:W3CDTF">2026-05-24T12:13:04Z</dcterms:created>
  <dcterms:modified xsi:type="dcterms:W3CDTF">2026-05-24T12:13:18Z</dcterms:modified>
</cp:coreProperties>
</file>