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FF00FF"/>
    <a:srgbClr val="0000FF"/>
    <a:srgbClr val="00FF00"/>
    <a:srgbClr val="FF9900"/>
    <a:srgbClr val="996633"/>
    <a:srgbClr val="7F00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D1297-E53A-3602-F1DE-6FF9A1F2A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AF18DF-3558-AA84-F581-F052C6BA7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9FE4F4-8F53-B702-A5A8-0B05B7AD8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AE40-C577-492A-9687-9EA4AE11A002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905C59-B2A0-26A0-E142-D0B3E49F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50A598-3E87-86FE-8089-61881A22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42C5-D080-4522-87A8-649A0CE72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11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EDA52-DCB3-3308-7514-E53B4B7E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562C97-D461-F0F4-6D8A-50B5CE28C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F630E-4714-5DD2-DB41-A355B818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AE40-C577-492A-9687-9EA4AE11A002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B1EB4B-AE65-F76D-9736-21B348A1B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766379-7DF5-C2E6-567B-C44EB0AB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42C5-D080-4522-87A8-649A0CE72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8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21246-B044-E4A6-A0E7-BE6CC50AA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09525A-5289-8C15-2037-97F7D05E2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524217-949C-C712-13EE-798AE92FD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AE40-C577-492A-9687-9EA4AE11A002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A24686-58D1-F405-767D-ED11367C7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59C7BD-E027-E47E-BF51-1B4B76CF2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42C5-D080-4522-87A8-649A0CE72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86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F0562-CEAF-205A-A3A1-A43867549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6DC390-0D70-A0BB-E23D-249406C45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3F56EB-5613-74D3-264F-3D9F5008A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CA5A3A-9E84-CCF4-1993-5A937DD16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AE40-C577-492A-9687-9EA4AE11A002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D2D677-83D5-D6FC-7A9A-7503D969C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2FEED9-F4D1-E1B2-1701-9D6A50AB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42C5-D080-4522-87A8-649A0CE72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046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BF36CB-1C7F-2545-17AC-08B544B3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8A1EBB-A983-D547-9E20-856B8F4FC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00A867-55B8-33FA-E63D-ED37EBC03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6A7F09-FBA6-2B4A-BA2E-9271CEE45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B5F991-60AF-8B30-C77F-553D50E503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F51C86-1C2E-4274-F59D-FD58BEA3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AE40-C577-492A-9687-9EA4AE11A002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58336A-507D-C5C9-EA9E-CBEDB8C3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D897911-7512-3F94-4497-5748413FF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42C5-D080-4522-87A8-649A0CE72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59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FD3EB-A0C9-5EB8-1E52-6DC0EE6E6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7792CF-7C5D-6782-B1C9-2BD97885F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AE40-C577-492A-9687-9EA4AE11A002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48AEE6-9769-9DE8-639B-36C0DC1E6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7457ED-BB55-E0BC-F117-3A48B57B6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42C5-D080-4522-87A8-649A0CE72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65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EB9DC4-227D-FA3A-836E-7D538A00B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AE40-C577-492A-9687-9EA4AE11A002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372F84-C40A-C69C-50D6-4876B496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91BDF8-38E0-88AC-76CC-5DE6FADB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42C5-D080-4522-87A8-649A0CE72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74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AE03A-4282-E682-CE76-2DA12A83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00FE8A-1018-31DA-BE35-C1C83686E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93E49F-382D-788B-A8C6-D11E242DB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85E4F-440C-173D-3F4E-E4D9B95C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AE40-C577-492A-9687-9EA4AE11A002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B82940-F159-BC70-477D-DA9A29920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9B9343-3529-73E0-8C27-E2712CF5E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42C5-D080-4522-87A8-649A0CE72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0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5811C-225C-CEDF-2ACE-6A7C8556A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BF0D11E-45D9-8F87-4126-65DE5433A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5FA536-85CF-41FF-01A0-C4336FBC5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B9D9FA-4D1A-8CB9-D34E-75025407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AE40-C577-492A-9687-9EA4AE11A002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F4EC95-1693-62FC-D84F-F1FB76168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A46A36-EEE8-59AF-0CCF-9F7E03CE3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42C5-D080-4522-87A8-649A0CE72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878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75BE0-7288-5F2F-FD07-2C53E9549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54D6DC-53A5-8D8D-EAB9-09E31FD60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BDDB30-B1BC-906A-6276-C4168F21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AE40-C577-492A-9687-9EA4AE11A002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F62704-084F-F7C7-DEB2-DD6EC60F6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4FCD3E-BE63-AA3C-B84B-E1B04460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42C5-D080-4522-87A8-649A0CE72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080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6BFDFC-282F-5047-3C82-589F0D0B81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57B5A7-E5FE-6F69-574D-A126CF770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1F7152-610D-843A-991E-DAA870D7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AE40-C577-492A-9687-9EA4AE11A002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F43203-24C9-77FD-6CC4-38E9A296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40938B-7BD9-722A-1CBE-18877F1E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42C5-D080-4522-87A8-649A0CE72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30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F7C5EE-9F3C-F99F-D508-C2C505A16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C0D07E-565C-C767-C602-2CDBD41CE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7BAA24-3611-1C82-9396-DFD44B5238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B0AE40-C577-492A-9687-9EA4AE11A002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6504A1-6AFF-DA63-F813-CC0796C4A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92808B-3BB8-0D83-CD3B-07ECBF8DF1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DB42C5-D080-4522-87A8-649A0CE72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12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8109AA18-791F-79EE-1869-3B4C64B6DCC5}"/>
              </a:ext>
            </a:extLst>
          </p:cNvPr>
          <p:cNvGrpSpPr/>
          <p:nvPr/>
        </p:nvGrpSpPr>
        <p:grpSpPr>
          <a:xfrm>
            <a:off x="2371998" y="1190817"/>
            <a:ext cx="7448003" cy="4473677"/>
            <a:chOff x="2371998" y="1190817"/>
            <a:chExt cx="7448003" cy="4473677"/>
          </a:xfrm>
        </p:grpSpPr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B73AD173-BAAE-67EB-14FC-E6E00EA997FB}"/>
                </a:ext>
              </a:extLst>
            </p:cNvPr>
            <p:cNvSpPr/>
            <p:nvPr/>
          </p:nvSpPr>
          <p:spPr>
            <a:xfrm>
              <a:off x="2371998" y="1190817"/>
              <a:ext cx="7448003" cy="44736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7B935A8B-918A-70F1-B73C-EFEF97A61F9D}"/>
                </a:ext>
              </a:extLst>
            </p:cNvPr>
            <p:cNvGrpSpPr/>
            <p:nvPr/>
          </p:nvGrpSpPr>
          <p:grpSpPr>
            <a:xfrm>
              <a:off x="2605164" y="1740374"/>
              <a:ext cx="6981672" cy="3377251"/>
              <a:chOff x="215541" y="690149"/>
              <a:chExt cx="11323859" cy="5477702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C47965D9-A459-F0FB-805C-F4D9C44688C8}"/>
                  </a:ext>
                </a:extLst>
              </p:cNvPr>
              <p:cNvSpPr/>
              <p:nvPr/>
            </p:nvSpPr>
            <p:spPr>
              <a:xfrm>
                <a:off x="7947119" y="4003766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4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0060C1B9-3827-9464-204B-A49E8ADF2672}"/>
                  </a:ext>
                </a:extLst>
              </p:cNvPr>
              <p:cNvSpPr/>
              <p:nvPr/>
            </p:nvSpPr>
            <p:spPr>
              <a:xfrm>
                <a:off x="8273690" y="4003766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E2F7A545-26DE-F499-1B03-11C33CFCF1C2}"/>
                  </a:ext>
                </a:extLst>
              </p:cNvPr>
              <p:cNvSpPr/>
              <p:nvPr/>
            </p:nvSpPr>
            <p:spPr>
              <a:xfrm>
                <a:off x="8600261" y="4003766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CC19E0CF-417E-72E7-AF89-B283584B7B3D}"/>
                  </a:ext>
                </a:extLst>
              </p:cNvPr>
              <p:cNvSpPr/>
              <p:nvPr/>
            </p:nvSpPr>
            <p:spPr>
              <a:xfrm>
                <a:off x="8926832" y="4003766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5DB44DBC-7AAC-E7C7-20C4-DED4BE48E92A}"/>
                  </a:ext>
                </a:extLst>
              </p:cNvPr>
              <p:cNvSpPr/>
              <p:nvPr/>
            </p:nvSpPr>
            <p:spPr>
              <a:xfrm>
                <a:off x="9253403" y="4003766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7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DDC75B74-ACCB-DDB2-E37B-4BAAD14C60AE}"/>
                  </a:ext>
                </a:extLst>
              </p:cNvPr>
              <p:cNvSpPr/>
              <p:nvPr/>
            </p:nvSpPr>
            <p:spPr>
              <a:xfrm>
                <a:off x="9579974" y="4003766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4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D6700620-9CF8-6DC6-35B4-35BA8D63B5A1}"/>
                  </a:ext>
                </a:extLst>
              </p:cNvPr>
              <p:cNvSpPr/>
              <p:nvPr/>
            </p:nvSpPr>
            <p:spPr>
              <a:xfrm>
                <a:off x="9906545" y="4003766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5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8F8CAF01-1B33-CE29-DA85-6512534B0D97}"/>
                  </a:ext>
                </a:extLst>
              </p:cNvPr>
              <p:cNvSpPr/>
              <p:nvPr/>
            </p:nvSpPr>
            <p:spPr>
              <a:xfrm>
                <a:off x="10233116" y="4003766"/>
                <a:ext cx="1306284" cy="61395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FF37FB0-2965-884D-2DD8-0EBA2DF48BA7}"/>
                  </a:ext>
                </a:extLst>
              </p:cNvPr>
              <p:cNvSpPr/>
              <p:nvPr/>
            </p:nvSpPr>
            <p:spPr>
              <a:xfrm>
                <a:off x="7947119" y="5553897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1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FD6AE065-33C5-9181-9FBB-33BCAD4A5FD2}"/>
                  </a:ext>
                </a:extLst>
              </p:cNvPr>
              <p:cNvSpPr/>
              <p:nvPr/>
            </p:nvSpPr>
            <p:spPr>
              <a:xfrm>
                <a:off x="8273690" y="5553897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7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636099AB-ECD5-62ED-7ABB-A489DD00F671}"/>
                  </a:ext>
                </a:extLst>
              </p:cNvPr>
              <p:cNvSpPr/>
              <p:nvPr/>
            </p:nvSpPr>
            <p:spPr>
              <a:xfrm>
                <a:off x="8600261" y="5553897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1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9C7E8747-9E53-A0CB-63EC-71909AD62C97}"/>
                  </a:ext>
                </a:extLst>
              </p:cNvPr>
              <p:cNvSpPr/>
              <p:nvPr/>
            </p:nvSpPr>
            <p:spPr>
              <a:xfrm>
                <a:off x="8926832" y="5553897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4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24396E12-1761-D763-D598-948263EA9091}"/>
                  </a:ext>
                </a:extLst>
              </p:cNvPr>
              <p:cNvSpPr/>
              <p:nvPr/>
            </p:nvSpPr>
            <p:spPr>
              <a:xfrm>
                <a:off x="9253403" y="5553897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3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CCFD22F9-1745-CC01-597A-38E5EDFE93F8}"/>
                  </a:ext>
                </a:extLst>
              </p:cNvPr>
              <p:cNvSpPr/>
              <p:nvPr/>
            </p:nvSpPr>
            <p:spPr>
              <a:xfrm>
                <a:off x="9579974" y="5553897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2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56F75222-315F-4577-5DC9-3B2AE5F55FC5}"/>
                  </a:ext>
                </a:extLst>
              </p:cNvPr>
              <p:cNvSpPr/>
              <p:nvPr/>
            </p:nvSpPr>
            <p:spPr>
              <a:xfrm>
                <a:off x="9906545" y="5553897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5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DD55D8D7-0DC4-448A-BEC7-EB38AA4B7127}"/>
                  </a:ext>
                </a:extLst>
              </p:cNvPr>
              <p:cNvSpPr/>
              <p:nvPr/>
            </p:nvSpPr>
            <p:spPr>
              <a:xfrm>
                <a:off x="10233116" y="5553897"/>
                <a:ext cx="1306284" cy="61395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7BAB169E-4144-52CA-4318-ECD340BB2DA7}"/>
                  </a:ext>
                </a:extLst>
              </p:cNvPr>
              <p:cNvSpPr/>
              <p:nvPr/>
            </p:nvSpPr>
            <p:spPr>
              <a:xfrm>
                <a:off x="7947119" y="2240281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6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C0E769D2-077C-6A8A-2B0E-E6B588FC122D}"/>
                  </a:ext>
                </a:extLst>
              </p:cNvPr>
              <p:cNvSpPr/>
              <p:nvPr/>
            </p:nvSpPr>
            <p:spPr>
              <a:xfrm>
                <a:off x="8273690" y="2240281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3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562DACDB-EC24-C98A-5FA2-BA5BD956146C}"/>
                  </a:ext>
                </a:extLst>
              </p:cNvPr>
              <p:cNvSpPr/>
              <p:nvPr/>
            </p:nvSpPr>
            <p:spPr>
              <a:xfrm>
                <a:off x="8600261" y="2240281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09DA9632-8F18-4E0E-FF61-A047B72633B2}"/>
                  </a:ext>
                </a:extLst>
              </p:cNvPr>
              <p:cNvSpPr/>
              <p:nvPr/>
            </p:nvSpPr>
            <p:spPr>
              <a:xfrm>
                <a:off x="8926832" y="2240281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4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B5E5BBB2-A3EE-916F-B603-397827501F47}"/>
                  </a:ext>
                </a:extLst>
              </p:cNvPr>
              <p:cNvSpPr/>
              <p:nvPr/>
            </p:nvSpPr>
            <p:spPr>
              <a:xfrm>
                <a:off x="9253403" y="2240281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5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08D90BF5-BF92-D2D6-528C-D7FE78ED4A92}"/>
                  </a:ext>
                </a:extLst>
              </p:cNvPr>
              <p:cNvSpPr/>
              <p:nvPr/>
            </p:nvSpPr>
            <p:spPr>
              <a:xfrm>
                <a:off x="9579974" y="2240281"/>
                <a:ext cx="1306284" cy="61395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9A6F63E0-BD5B-1F16-4407-F9EB42CD5859}"/>
                  </a:ext>
                </a:extLst>
              </p:cNvPr>
              <p:cNvSpPr/>
              <p:nvPr/>
            </p:nvSpPr>
            <p:spPr>
              <a:xfrm>
                <a:off x="7947120" y="690149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6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5B27CC56-6D41-0A2B-6CC2-7206352A657F}"/>
                  </a:ext>
                </a:extLst>
              </p:cNvPr>
              <p:cNvSpPr/>
              <p:nvPr/>
            </p:nvSpPr>
            <p:spPr>
              <a:xfrm>
                <a:off x="8273691" y="690149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3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C9A4A0F5-D041-9B81-D88F-EDC5671AE417}"/>
                  </a:ext>
                </a:extLst>
              </p:cNvPr>
              <p:cNvSpPr/>
              <p:nvPr/>
            </p:nvSpPr>
            <p:spPr>
              <a:xfrm>
                <a:off x="8600262" y="690149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1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D934538E-B743-08A2-FE56-C3CF61496DB5}"/>
                  </a:ext>
                </a:extLst>
              </p:cNvPr>
              <p:cNvSpPr/>
              <p:nvPr/>
            </p:nvSpPr>
            <p:spPr>
              <a:xfrm>
                <a:off x="8926833" y="690149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44B6A013-970E-7234-5ED5-EDF611FC06A5}"/>
                  </a:ext>
                </a:extLst>
              </p:cNvPr>
              <p:cNvSpPr/>
              <p:nvPr/>
            </p:nvSpPr>
            <p:spPr>
              <a:xfrm>
                <a:off x="9253404" y="690149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1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3A9C5B5B-8FAA-83A6-1A43-4152F664AEFE}"/>
                  </a:ext>
                </a:extLst>
              </p:cNvPr>
              <p:cNvSpPr/>
              <p:nvPr/>
            </p:nvSpPr>
            <p:spPr>
              <a:xfrm>
                <a:off x="9579975" y="690149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5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60016C2E-5435-A8C8-02C4-B5F1342E8463}"/>
                  </a:ext>
                </a:extLst>
              </p:cNvPr>
              <p:cNvSpPr/>
              <p:nvPr/>
            </p:nvSpPr>
            <p:spPr>
              <a:xfrm>
                <a:off x="9906546" y="690149"/>
                <a:ext cx="1306284" cy="61395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E948EDB-FD4E-BBE3-EAFD-5921036CD3BE}"/>
                  </a:ext>
                </a:extLst>
              </p:cNvPr>
              <p:cNvSpPr/>
              <p:nvPr/>
            </p:nvSpPr>
            <p:spPr>
              <a:xfrm>
                <a:off x="4105549" y="1465215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8BC2D2C-2CB4-6841-21F7-21E03EEEE6BC}"/>
                  </a:ext>
                </a:extLst>
              </p:cNvPr>
              <p:cNvSpPr/>
              <p:nvPr/>
            </p:nvSpPr>
            <p:spPr>
              <a:xfrm>
                <a:off x="4432120" y="1465215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8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A2E942E-056B-0E48-DEF9-4F4DE9AF0FCD}"/>
                  </a:ext>
                </a:extLst>
              </p:cNvPr>
              <p:cNvSpPr/>
              <p:nvPr/>
            </p:nvSpPr>
            <p:spPr>
              <a:xfrm>
                <a:off x="4758691" y="1465215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2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27E250A9-EDBE-287C-00F3-8C903AED2D71}"/>
                  </a:ext>
                </a:extLst>
              </p:cNvPr>
              <p:cNvSpPr/>
              <p:nvPr/>
            </p:nvSpPr>
            <p:spPr>
              <a:xfrm>
                <a:off x="5085262" y="1465215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3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9529524-569F-F63A-B438-4A1AE93E6B9F}"/>
                  </a:ext>
                </a:extLst>
              </p:cNvPr>
              <p:cNvSpPr/>
              <p:nvPr/>
            </p:nvSpPr>
            <p:spPr>
              <a:xfrm>
                <a:off x="5411833" y="1465215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0AD590EB-EF43-63B3-56EA-7AD18902CA56}"/>
                  </a:ext>
                </a:extLst>
              </p:cNvPr>
              <p:cNvSpPr/>
              <p:nvPr/>
            </p:nvSpPr>
            <p:spPr>
              <a:xfrm>
                <a:off x="5738404" y="1465215"/>
                <a:ext cx="1306284" cy="61395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07750FC-55A2-2769-AF7E-3FD119CD5316}"/>
                  </a:ext>
                </a:extLst>
              </p:cNvPr>
              <p:cNvSpPr/>
              <p:nvPr/>
            </p:nvSpPr>
            <p:spPr>
              <a:xfrm>
                <a:off x="215541" y="3122023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7448C25-ACB1-295E-9C2F-AF6B7D87BEA7}"/>
                  </a:ext>
                </a:extLst>
              </p:cNvPr>
              <p:cNvSpPr/>
              <p:nvPr/>
            </p:nvSpPr>
            <p:spPr>
              <a:xfrm>
                <a:off x="542112" y="3122023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8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6D0555E-D683-D3EB-4BCA-13B215637E79}"/>
                  </a:ext>
                </a:extLst>
              </p:cNvPr>
              <p:cNvSpPr/>
              <p:nvPr/>
            </p:nvSpPr>
            <p:spPr>
              <a:xfrm>
                <a:off x="868683" y="3122023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8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89C884A-EB3E-D3F8-9E1D-C18D4295A0C6}"/>
                  </a:ext>
                </a:extLst>
              </p:cNvPr>
              <p:cNvSpPr/>
              <p:nvPr/>
            </p:nvSpPr>
            <p:spPr>
              <a:xfrm>
                <a:off x="1195254" y="3122023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851C239-EA80-5028-D6D2-E424EF648F12}"/>
                  </a:ext>
                </a:extLst>
              </p:cNvPr>
              <p:cNvSpPr/>
              <p:nvPr/>
            </p:nvSpPr>
            <p:spPr>
              <a:xfrm>
                <a:off x="1521825" y="3122023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5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0898B4E-A40E-E002-C5AA-BAE1D795333A}"/>
                  </a:ext>
                </a:extLst>
              </p:cNvPr>
              <p:cNvSpPr/>
              <p:nvPr/>
            </p:nvSpPr>
            <p:spPr>
              <a:xfrm>
                <a:off x="1848396" y="3122023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5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9E0E4A7E-4E26-513A-712D-F12F4630DD2C}"/>
                  </a:ext>
                </a:extLst>
              </p:cNvPr>
              <p:cNvSpPr/>
              <p:nvPr/>
            </p:nvSpPr>
            <p:spPr>
              <a:xfrm>
                <a:off x="2174967" y="3122023"/>
                <a:ext cx="1306284" cy="61395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4055323-2BE8-05E7-959F-8C3FFCC9CAC9}"/>
                  </a:ext>
                </a:extLst>
              </p:cNvPr>
              <p:cNvSpPr/>
              <p:nvPr/>
            </p:nvSpPr>
            <p:spPr>
              <a:xfrm>
                <a:off x="4105549" y="4774475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6BFCFB03-516C-642B-D8D9-8359CE03511F}"/>
                  </a:ext>
                </a:extLst>
              </p:cNvPr>
              <p:cNvSpPr/>
              <p:nvPr/>
            </p:nvSpPr>
            <p:spPr>
              <a:xfrm>
                <a:off x="4432120" y="4774475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5BC8F183-FD07-4F8E-BD8F-959007FBD0F4}"/>
                  </a:ext>
                </a:extLst>
              </p:cNvPr>
              <p:cNvSpPr/>
              <p:nvPr/>
            </p:nvSpPr>
            <p:spPr>
              <a:xfrm>
                <a:off x="4758691" y="4774475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8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5D9D9557-EB03-9CBF-35D9-B39E4D19BFFC}"/>
                  </a:ext>
                </a:extLst>
              </p:cNvPr>
              <p:cNvSpPr/>
              <p:nvPr/>
            </p:nvSpPr>
            <p:spPr>
              <a:xfrm>
                <a:off x="5085262" y="4774475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F93BA75-C12C-ECCC-95A9-44467D41893A}"/>
                  </a:ext>
                </a:extLst>
              </p:cNvPr>
              <p:cNvSpPr/>
              <p:nvPr/>
            </p:nvSpPr>
            <p:spPr>
              <a:xfrm>
                <a:off x="5411833" y="4774475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5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89547316-CD74-BDE4-6597-6E9DE588F3B5}"/>
                  </a:ext>
                </a:extLst>
              </p:cNvPr>
              <p:cNvSpPr/>
              <p:nvPr/>
            </p:nvSpPr>
            <p:spPr>
              <a:xfrm>
                <a:off x="5738404" y="4774475"/>
                <a:ext cx="326571" cy="6139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accent6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5</a:t>
                </a:r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DB015B34-BCB9-39FC-FD21-7D0578FE9FF4}"/>
                  </a:ext>
                </a:extLst>
              </p:cNvPr>
              <p:cNvSpPr/>
              <p:nvPr/>
            </p:nvSpPr>
            <p:spPr>
              <a:xfrm>
                <a:off x="6064975" y="4774475"/>
                <a:ext cx="1306284" cy="61395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96" name="左大括号 95">
                <a:extLst>
                  <a:ext uri="{FF2B5EF4-FFF2-40B4-BE49-F238E27FC236}">
                    <a16:creationId xmlns:a16="http://schemas.microsoft.com/office/drawing/2014/main" id="{9CCFA809-BC8B-5C1E-EB3C-DDF0766EC263}"/>
                  </a:ext>
                </a:extLst>
              </p:cNvPr>
              <p:cNvSpPr/>
              <p:nvPr/>
            </p:nvSpPr>
            <p:spPr>
              <a:xfrm>
                <a:off x="3558532" y="1772192"/>
                <a:ext cx="422373" cy="3309260"/>
              </a:xfrm>
              <a:prstGeom prst="leftBrace">
                <a:avLst>
                  <a:gd name="adj1" fmla="val 94464"/>
                  <a:gd name="adj2" fmla="val 5000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97" name="左大括号 96">
                <a:extLst>
                  <a:ext uri="{FF2B5EF4-FFF2-40B4-BE49-F238E27FC236}">
                    <a16:creationId xmlns:a16="http://schemas.microsoft.com/office/drawing/2014/main" id="{9E873161-852D-A8B9-813A-D29DD0F3ABE1}"/>
                  </a:ext>
                </a:extLst>
              </p:cNvPr>
              <p:cNvSpPr/>
              <p:nvPr/>
            </p:nvSpPr>
            <p:spPr>
              <a:xfrm>
                <a:off x="7448003" y="997126"/>
                <a:ext cx="422373" cy="1550132"/>
              </a:xfrm>
              <a:prstGeom prst="leftBrace">
                <a:avLst>
                  <a:gd name="adj1" fmla="val 43251"/>
                  <a:gd name="adj2" fmla="val 5000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100" name="左大括号 99">
                <a:extLst>
                  <a:ext uri="{FF2B5EF4-FFF2-40B4-BE49-F238E27FC236}">
                    <a16:creationId xmlns:a16="http://schemas.microsoft.com/office/drawing/2014/main" id="{EE694D0A-5756-79EA-6324-02CD0BBCA09E}"/>
                  </a:ext>
                </a:extLst>
              </p:cNvPr>
              <p:cNvSpPr/>
              <p:nvPr/>
            </p:nvSpPr>
            <p:spPr>
              <a:xfrm>
                <a:off x="7448003" y="4310743"/>
                <a:ext cx="422373" cy="1550132"/>
              </a:xfrm>
              <a:prstGeom prst="leftBrace">
                <a:avLst>
                  <a:gd name="adj1" fmla="val 43251"/>
                  <a:gd name="adj2" fmla="val 5000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</p:grp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15B079B0-2C0B-5235-015B-A423B3C4F89D}"/>
                </a:ext>
              </a:extLst>
            </p:cNvPr>
            <p:cNvSpPr txBox="1"/>
            <p:nvPr/>
          </p:nvSpPr>
          <p:spPr>
            <a:xfrm>
              <a:off x="2455633" y="5276327"/>
              <a:ext cx="17084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by Zeta-Xi-Upsilon</a:t>
              </a:r>
              <a:endParaRPr lang="zh-CN" altLang="en-US" sz="1400" i="1">
                <a:solidFill>
                  <a:schemeClr val="tx1">
                    <a:lumMod val="50000"/>
                    <a:lumOff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0BF4F25A-0041-312F-AF28-06BF1A593AE0}"/>
                </a:ext>
              </a:extLst>
            </p:cNvPr>
            <p:cNvGrpSpPr/>
            <p:nvPr/>
          </p:nvGrpSpPr>
          <p:grpSpPr>
            <a:xfrm>
              <a:off x="7372032" y="2149384"/>
              <a:ext cx="2013458" cy="0"/>
              <a:chOff x="7372032" y="2149384"/>
              <a:chExt cx="2013458" cy="0"/>
            </a:xfrm>
          </p:grpSpPr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A905F4D0-2961-F275-6C16-A49162B081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2032" y="2149384"/>
                <a:ext cx="2013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FEF952EB-3EBF-5E8A-03DF-FEB74788F6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73378" y="2149384"/>
                <a:ext cx="201346" cy="0"/>
              </a:xfrm>
              <a:prstGeom prst="line">
                <a:avLst/>
              </a:prstGeom>
              <a:ln w="12700">
                <a:solidFill>
                  <a:srgbClr val="99663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9C187244-23C7-57F2-4CD7-B7D7AB8359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724" y="2149384"/>
                <a:ext cx="201346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B84A6950-F396-132E-013E-0E4631293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6070" y="2149384"/>
                <a:ext cx="201346" cy="0"/>
              </a:xfrm>
              <a:prstGeom prst="line">
                <a:avLst/>
              </a:prstGeom>
              <a:ln w="12700">
                <a:solidFill>
                  <a:srgbClr val="FF99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2176E20C-DF71-85A6-86D7-1127B4A5B5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77416" y="2149384"/>
                <a:ext cx="201346" cy="0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>
                <a:extLst>
                  <a:ext uri="{FF2B5EF4-FFF2-40B4-BE49-F238E27FC236}">
                    <a16:creationId xmlns:a16="http://schemas.microsoft.com/office/drawing/2014/main" id="{D2CDE319-69C4-691E-3E95-61A7A1F8E6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8762" y="2149384"/>
                <a:ext cx="201346" cy="0"/>
              </a:xfrm>
              <a:prstGeom prst="line">
                <a:avLst/>
              </a:prstGeom>
              <a:ln w="12700">
                <a:solidFill>
                  <a:srgbClr val="00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1ACA4840-EFC5-3F1D-A88D-CE150EA4AB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0108" y="2149384"/>
                <a:ext cx="201346" cy="0"/>
              </a:xfrm>
              <a:prstGeom prst="line">
                <a:avLst/>
              </a:prstGeom>
              <a:ln w="12700">
                <a:solidFill>
                  <a:srgbClr val="0000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>
                <a:extLst>
                  <a:ext uri="{FF2B5EF4-FFF2-40B4-BE49-F238E27FC236}">
                    <a16:creationId xmlns:a16="http://schemas.microsoft.com/office/drawing/2014/main" id="{F2ED76A6-1624-8D01-E2E8-480411B2CE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1454" y="2149384"/>
                <a:ext cx="201346" cy="0"/>
              </a:xfrm>
              <a:prstGeom prst="line">
                <a:avLst/>
              </a:prstGeom>
              <a:ln w="12700">
                <a:solidFill>
                  <a:srgbClr val="FF00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EE88FEB7-C9A7-D162-B909-1A6412F950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82800" y="2149384"/>
                <a:ext cx="201346" cy="0"/>
              </a:xfrm>
              <a:prstGeom prst="line">
                <a:avLst/>
              </a:prstGeom>
              <a:ln w="12700">
                <a:solidFill>
                  <a:srgbClr val="CCCCC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>
                <a:extLst>
                  <a:ext uri="{FF2B5EF4-FFF2-40B4-BE49-F238E27FC236}">
                    <a16:creationId xmlns:a16="http://schemas.microsoft.com/office/drawing/2014/main" id="{856FC441-4157-C1D1-47B6-2B5E334174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4144" y="2149384"/>
                <a:ext cx="201346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35FCB7EF-33E6-A203-528A-A4E034F67FB5}"/>
                </a:ext>
              </a:extLst>
            </p:cNvPr>
            <p:cNvSpPr txBox="1"/>
            <p:nvPr/>
          </p:nvSpPr>
          <p:spPr>
            <a:xfrm>
              <a:off x="2467921" y="1340264"/>
              <a:ext cx="20865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Look, rainbow!</a:t>
              </a:r>
              <a:endParaRPr lang="zh-CN" altLang="en-US" sz="20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8409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宽屏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思源黑体 CN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Xinyi</dc:creator>
  <cp:lastModifiedBy>Zheng, Xinyi</cp:lastModifiedBy>
  <cp:revision>1</cp:revision>
  <dcterms:created xsi:type="dcterms:W3CDTF">2025-09-15T01:21:48Z</dcterms:created>
  <dcterms:modified xsi:type="dcterms:W3CDTF">2025-09-15T01:22:01Z</dcterms:modified>
</cp:coreProperties>
</file>