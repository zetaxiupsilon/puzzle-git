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0707"/>
    <a:srgbClr val="E40E0E"/>
    <a:srgbClr val="FFE7E1"/>
    <a:srgbClr val="D5DFFF"/>
    <a:srgbClr val="B3C5FF"/>
    <a:srgbClr val="001B70"/>
    <a:srgbClr val="7E0000"/>
    <a:srgbClr val="FFD9D9"/>
    <a:srgbClr val="0000FF"/>
    <a:srgbClr val="7F00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A9B7C-5613-7FA0-FD66-6E5359CC7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5AA2EC-DD5C-C947-A5E6-4DC214750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9B6418-6492-1D15-F612-7B0A0EE05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9CA54-470F-1ADC-9ED7-A7143E0A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68628-9E99-9019-C505-8AFF3B54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14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6684D-F1DC-CE35-8053-FE44EABC7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0961A-31E0-9510-F673-FAF19ABBE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857ED5-1B48-97C9-3385-842451582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4D0E92-2A9B-3358-6918-7C4DF253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84BF09-DE39-69A8-3802-ED0DCD83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44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D7C77-ADBE-CC3D-0C02-1BFC65FB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537A86-F805-1C67-0FDA-F02A687A5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136200-53AC-3C0B-C7BD-9B939A53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1D8CDD-FC5D-4273-38C4-A3180E1A2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AA5A5-5689-D4C9-526D-53A2B57B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051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C3B18-F5EE-190E-20E2-2BD38264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684FA-71C4-F781-67A2-F8AC8EEA4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BD87B7-4DA9-6E64-C6CF-E9B89F683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379416-4A41-1E5C-7BDF-826532ED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EB3E39-C03B-5126-82C3-91A951E9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D91817-317F-F7B0-18AF-DFE4E94A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99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DE20A-02D0-7B87-08CF-77A45C249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607939-97C8-AD16-EE65-A4A5DF114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01CFBF-900A-EC65-0C1D-9CA5898A5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41353D-13DA-7023-7B77-A6861F725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DCD474-0176-95BD-C480-C8A395E56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FFBC69-A2C4-A08A-33B2-577A2086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D22DEB-0400-636E-E5B0-E166DF50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D0C9CE-033A-A034-0806-BAE9F6E5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18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7C9F3-740F-DC59-1624-513629A9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DC86A8-0782-A3D2-3B90-B8E3FF75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B41FBA-A1C8-4C38-1348-28DEF6FE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F6EF6D-E35D-C597-4E67-B9E5B5D7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41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7C3CBD-8219-4349-F1A9-6B8AA714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812965-E337-21D8-056D-52948104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80CC3E-3C8A-3E1D-3C88-BFA6CDCD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94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B1DF2-30A1-B638-3C68-BB2F5821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09044E-166E-316D-C2E9-C93051D79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CD6F44-D305-CD8E-A25B-725C01838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4A75ED-C04C-719D-7B0B-37A3BBE9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50BE06-8A4C-73BB-6F44-A4941125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66BAF0-9F4E-6E35-8146-55781F35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87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04C20-1894-A68B-7EF4-C95FE6B76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81D7D3-F3BD-354E-3863-C1A612E33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55F889-01ED-C674-9FAA-780B1BF66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CF039-0533-0086-C26E-4A0D5334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B8FA2A-7413-1093-734C-DEB9728F4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BEC66D-91B3-26EF-056A-EB250F07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75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E4844-171F-2153-54DE-99E4F6F7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757827-A244-ED37-9B31-EBE9E25C8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4EB2A5-6F34-5744-C307-0B82440F5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C12383-B999-6BF4-CFA7-4570EC74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7FA7CD-EAA0-E19A-CE8D-0D37ACBA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862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5B736C-422C-3E7E-FE4E-3EA0D76DA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E07D10-C2A3-3749-18FF-C947FE683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A5F2B-EA0B-167E-A48E-75E57BDE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8DD4E6-5875-1DD3-E689-E41E019F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7A3862-6056-D461-4C8E-94148057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74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0C093B-737F-6756-9A08-E6C2C81B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21086B-FB8C-482F-2E1D-97F3E308F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B69497-16EC-5691-C3E8-7C83F72A2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209BD-9962-464E-99E5-3BADA5AB3C64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02D371-A3F7-A817-F21E-451EE6C71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66881E-ADA7-5A69-D73B-AB2951C8E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72453-3D21-4DBD-83D0-90B230111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38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54CFBB0A-9AD6-B538-F56B-7F80505895CD}"/>
              </a:ext>
            </a:extLst>
          </p:cNvPr>
          <p:cNvGrpSpPr/>
          <p:nvPr/>
        </p:nvGrpSpPr>
        <p:grpSpPr>
          <a:xfrm>
            <a:off x="816077" y="1268428"/>
            <a:ext cx="10800672" cy="4319999"/>
            <a:chOff x="-1" y="0"/>
            <a:chExt cx="10800672" cy="431999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FC80160-3961-F2C5-73EB-D2F38B7C9047}"/>
                </a:ext>
              </a:extLst>
            </p:cNvPr>
            <p:cNvGrpSpPr/>
            <p:nvPr/>
          </p:nvGrpSpPr>
          <p:grpSpPr>
            <a:xfrm>
              <a:off x="0" y="0"/>
              <a:ext cx="2160000" cy="2160000"/>
              <a:chOff x="0" y="0"/>
              <a:chExt cx="2160000" cy="2160000"/>
            </a:xfrm>
            <a:solidFill>
              <a:srgbClr val="FFDCCD"/>
            </a:solidFill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EFF0B66-A8CE-D2C0-C8D3-15E4051DFFA3}"/>
                  </a:ext>
                </a:extLst>
              </p:cNvPr>
              <p:cNvSpPr/>
              <p:nvPr/>
            </p:nvSpPr>
            <p:spPr>
              <a:xfrm>
                <a:off x="0" y="0"/>
                <a:ext cx="2160000" cy="21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03438CC-E2DF-ECAA-ADBF-ED242D743010}"/>
                  </a:ext>
                </a:extLst>
              </p:cNvPr>
              <p:cNvSpPr txBox="1"/>
              <p:nvPr/>
            </p:nvSpPr>
            <p:spPr>
              <a:xfrm>
                <a:off x="196645" y="295170"/>
                <a:ext cx="1766710" cy="156966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>
                    <a:latin typeface="Exo" pitchFamily="2" charset="0"/>
                    <a:ea typeface="思源黑体 CN" panose="020B0500000000000000" pitchFamily="34" charset="-122"/>
                  </a:rPr>
                  <a:t>SOME</a:t>
                </a:r>
              </a:p>
              <a:p>
                <a:pPr algn="ctr"/>
                <a:r>
                  <a:rPr lang="en-US" altLang="zh-CN" sz="2400" b="1">
                    <a:latin typeface="Exo" pitchFamily="2" charset="0"/>
                    <a:ea typeface="思源黑体 CN" panose="020B0500000000000000" pitchFamily="34" charset="-122"/>
                  </a:rPr>
                  <a:t>LETTEES</a:t>
                </a:r>
              </a:p>
              <a:p>
                <a:pPr algn="ctr"/>
                <a:r>
                  <a:rPr lang="en-US" altLang="zh-CN" sz="2400" b="1">
                    <a:latin typeface="Exo" pitchFamily="2" charset="0"/>
                    <a:ea typeface="思源黑体 CN" panose="020B0500000000000000" pitchFamily="34" charset="-122"/>
                  </a:rPr>
                  <a:t>AEE</a:t>
                </a:r>
              </a:p>
              <a:p>
                <a:pPr algn="ctr"/>
                <a:r>
                  <a:rPr lang="en-US" altLang="zh-CN" sz="2400" b="1">
                    <a:latin typeface="Exo" pitchFamily="2" charset="0"/>
                    <a:ea typeface="思源黑体 CN" panose="020B0500000000000000" pitchFamily="34" charset="-122"/>
                  </a:rPr>
                  <a:t>EEPLACED</a:t>
                </a:r>
                <a:endParaRPr lang="zh-CN" altLang="en-US" sz="2400" b="1">
                  <a:latin typeface="Exo" pitchFamily="2" charset="0"/>
                  <a:ea typeface="思源黑体 CN" panose="020B0500000000000000" pitchFamily="34" charset="-122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55ECD80-8A9F-6B81-49D6-DDB9B05A1914}"/>
                </a:ext>
              </a:extLst>
            </p:cNvPr>
            <p:cNvGrpSpPr/>
            <p:nvPr/>
          </p:nvGrpSpPr>
          <p:grpSpPr>
            <a:xfrm>
              <a:off x="2160000" y="0"/>
              <a:ext cx="2160000" cy="2160000"/>
              <a:chOff x="2817223" y="0"/>
              <a:chExt cx="2160000" cy="2160000"/>
            </a:xfrm>
            <a:solidFill>
              <a:schemeClr val="bg1">
                <a:lumMod val="95000"/>
              </a:schemeClr>
            </a:solidFill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9C4C939-6B2B-57A6-CDCA-92839A69CE25}"/>
                  </a:ext>
                </a:extLst>
              </p:cNvPr>
              <p:cNvSpPr/>
              <p:nvPr/>
            </p:nvSpPr>
            <p:spPr>
              <a:xfrm>
                <a:off x="2817223" y="0"/>
                <a:ext cx="2160000" cy="21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5DC7CE0-50C8-ABB3-1FAD-5AB875FBE9B3}"/>
                  </a:ext>
                </a:extLst>
              </p:cNvPr>
              <p:cNvSpPr txBox="1"/>
              <p:nvPr/>
            </p:nvSpPr>
            <p:spPr>
              <a:xfrm>
                <a:off x="2904445" y="782525"/>
                <a:ext cx="1985556" cy="70788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000" b="1">
                    <a:latin typeface="Exo" pitchFamily="2" charset="0"/>
                    <a:ea typeface="思源黑体 CN" panose="020B0500000000000000" pitchFamily="34" charset="-122"/>
                  </a:rPr>
                  <a:t>MIND</a:t>
                </a:r>
                <a:endParaRPr lang="zh-CN" altLang="en-US" sz="4000" b="1">
                  <a:latin typeface="Exo" pitchFamily="2" charset="0"/>
                  <a:ea typeface="思源黑体 CN" panose="020B0500000000000000" pitchFamily="34" charset="-122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EBC86C4-4064-B98E-865E-25F622FCA531}"/>
                </a:ext>
              </a:extLst>
            </p:cNvPr>
            <p:cNvGrpSpPr/>
            <p:nvPr/>
          </p:nvGrpSpPr>
          <p:grpSpPr>
            <a:xfrm>
              <a:off x="4321481" y="0"/>
              <a:ext cx="2160000" cy="2160000"/>
              <a:chOff x="6164826" y="0"/>
              <a:chExt cx="2160000" cy="2160000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B90155AC-7CC5-E850-3B45-61EA626058DF}"/>
                  </a:ext>
                </a:extLst>
              </p:cNvPr>
              <p:cNvSpPr/>
              <p:nvPr/>
            </p:nvSpPr>
            <p:spPr>
              <a:xfrm>
                <a:off x="6164826" y="0"/>
                <a:ext cx="720000" cy="2160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8359E15-42B0-1EFE-BF62-BB4A355C87D7}"/>
                  </a:ext>
                </a:extLst>
              </p:cNvPr>
              <p:cNvSpPr/>
              <p:nvPr/>
            </p:nvSpPr>
            <p:spPr>
              <a:xfrm>
                <a:off x="6884826" y="0"/>
                <a:ext cx="720000" cy="21600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06E0CCE-9A93-931C-C245-ABE48B759D6A}"/>
                  </a:ext>
                </a:extLst>
              </p:cNvPr>
              <p:cNvSpPr/>
              <p:nvPr/>
            </p:nvSpPr>
            <p:spPr>
              <a:xfrm>
                <a:off x="7604826" y="0"/>
                <a:ext cx="720000" cy="2160000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1106AE7-00AE-83B8-1A52-2ED772BACBA1}"/>
                </a:ext>
              </a:extLst>
            </p:cNvPr>
            <p:cNvGrpSpPr/>
            <p:nvPr/>
          </p:nvGrpSpPr>
          <p:grpSpPr>
            <a:xfrm>
              <a:off x="-1" y="2159999"/>
              <a:ext cx="2160000" cy="2160000"/>
              <a:chOff x="0" y="3091871"/>
              <a:chExt cx="2160000" cy="2160000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F892237-43D1-4973-5511-667ECEE3AC36}"/>
                  </a:ext>
                </a:extLst>
              </p:cNvPr>
              <p:cNvSpPr/>
              <p:nvPr/>
            </p:nvSpPr>
            <p:spPr>
              <a:xfrm>
                <a:off x="0" y="3091871"/>
                <a:ext cx="2160000" cy="2160000"/>
              </a:xfrm>
              <a:prstGeom prst="rect">
                <a:avLst/>
              </a:prstGeom>
              <a:solidFill>
                <a:srgbClr val="FAF1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705253EB-4E01-4BF7-710D-D971D2210A20}"/>
                  </a:ext>
                </a:extLst>
              </p:cNvPr>
              <p:cNvGrpSpPr/>
              <p:nvPr/>
            </p:nvGrpSpPr>
            <p:grpSpPr>
              <a:xfrm>
                <a:off x="439296" y="3352661"/>
                <a:ext cx="1271576" cy="1634903"/>
                <a:chOff x="438626" y="3410831"/>
                <a:chExt cx="1271576" cy="1634903"/>
              </a:xfrm>
            </p:grpSpPr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3E2315C0-246A-8CF3-AA89-343CC0794A20}"/>
                    </a:ext>
                  </a:extLst>
                </p:cNvPr>
                <p:cNvSpPr/>
                <p:nvPr/>
              </p:nvSpPr>
              <p:spPr>
                <a:xfrm>
                  <a:off x="561501" y="3752077"/>
                  <a:ext cx="1029540" cy="890552"/>
                </a:xfrm>
                <a:prstGeom prst="triangl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FCD77C3-24A1-2AAA-2802-263F22ECEE7F}"/>
                    </a:ext>
                  </a:extLst>
                </p:cNvPr>
                <p:cNvSpPr txBox="1"/>
                <p:nvPr/>
              </p:nvSpPr>
              <p:spPr>
                <a:xfrm rot="18000000">
                  <a:off x="36841" y="3892125"/>
                  <a:ext cx="12036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>
                      <a:latin typeface="Exo" pitchFamily="2" charset="0"/>
                    </a:rPr>
                    <a:t>ETHOS</a:t>
                  </a:r>
                  <a:endParaRPr lang="zh-CN" altLang="en-US" sz="2000" b="1">
                    <a:latin typeface="Exo" pitchFamily="2" charset="0"/>
                  </a:endParaRPr>
                </a:p>
              </p:txBody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2F973E0-BF29-9AD5-F254-9A1808E150E8}"/>
                    </a:ext>
                  </a:extLst>
                </p:cNvPr>
                <p:cNvSpPr txBox="1"/>
                <p:nvPr/>
              </p:nvSpPr>
              <p:spPr>
                <a:xfrm rot="3600000">
                  <a:off x="836358" y="3884565"/>
                  <a:ext cx="13475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>
                      <a:latin typeface="Exo" pitchFamily="2" charset="0"/>
                    </a:rPr>
                    <a:t>PATHOS</a:t>
                  </a:r>
                  <a:endParaRPr lang="zh-CN" altLang="en-US" sz="2000" b="1">
                    <a:latin typeface="Exo" pitchFamily="2" charset="0"/>
                  </a:endParaRPr>
                </a:p>
              </p:txBody>
            </p:sp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9353DC0A-EFE0-A306-6210-B5182297BB7D}"/>
                    </a:ext>
                  </a:extLst>
                </p:cNvPr>
                <p:cNvSpPr txBox="1"/>
                <p:nvPr/>
              </p:nvSpPr>
              <p:spPr>
                <a:xfrm>
                  <a:off x="679328" y="4645624"/>
                  <a:ext cx="79388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>
                      <a:solidFill>
                        <a:srgbClr val="B60E0E"/>
                      </a:solidFill>
                      <a:latin typeface="Exo" pitchFamily="2" charset="0"/>
                    </a:rPr>
                    <a:t>?</a:t>
                  </a:r>
                  <a:endParaRPr lang="zh-CN" altLang="en-US" sz="2000" b="1">
                    <a:solidFill>
                      <a:srgbClr val="B60E0E"/>
                    </a:solidFill>
                    <a:latin typeface="Exo" pitchFamily="2" charset="0"/>
                  </a:endParaRPr>
                </a:p>
              </p:txBody>
            </p:sp>
          </p:grp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B64821E5-3794-98D2-BAAD-B6B291D59D21}"/>
                </a:ext>
              </a:extLst>
            </p:cNvPr>
            <p:cNvGrpSpPr/>
            <p:nvPr/>
          </p:nvGrpSpPr>
          <p:grpSpPr>
            <a:xfrm>
              <a:off x="6480670" y="0"/>
              <a:ext cx="2160001" cy="2160000"/>
              <a:chOff x="7308890" y="0"/>
              <a:chExt cx="2160001" cy="2160000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4D23AD23-530A-9F39-C36C-DB67D2977F24}"/>
                  </a:ext>
                </a:extLst>
              </p:cNvPr>
              <p:cNvGrpSpPr/>
              <p:nvPr/>
            </p:nvGrpSpPr>
            <p:grpSpPr>
              <a:xfrm>
                <a:off x="7308891" y="0"/>
                <a:ext cx="2160000" cy="2160000"/>
                <a:chOff x="2817223" y="0"/>
                <a:chExt cx="2160000" cy="2160000"/>
              </a:xfrm>
            </p:grpSpPr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4C925E0E-6456-039B-D410-14DEC9936FB6}"/>
                    </a:ext>
                  </a:extLst>
                </p:cNvPr>
                <p:cNvSpPr/>
                <p:nvPr/>
              </p:nvSpPr>
              <p:spPr>
                <a:xfrm>
                  <a:off x="2817223" y="0"/>
                  <a:ext cx="2160000" cy="216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F0538E5-DDA1-C5B8-0DA1-EA2CD92E685F}"/>
                    </a:ext>
                  </a:extLst>
                </p:cNvPr>
                <p:cNvSpPr txBox="1"/>
                <p:nvPr/>
              </p:nvSpPr>
              <p:spPr>
                <a:xfrm>
                  <a:off x="2904445" y="782525"/>
                  <a:ext cx="198555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4000" b="1">
                      <a:latin typeface="Exo" pitchFamily="2" charset="0"/>
                      <a:ea typeface="思源黑体 CN" panose="020B0500000000000000" pitchFamily="34" charset="-122"/>
                    </a:rPr>
                    <a:t>MOON</a:t>
                  </a:r>
                  <a:endParaRPr lang="zh-CN" altLang="en-US" sz="4000" b="1">
                    <a:latin typeface="Exo" pitchFamily="2" charset="0"/>
                    <a:ea typeface="思源黑体 CN" panose="020B0500000000000000" pitchFamily="34" charset="-122"/>
                  </a:endParaRPr>
                </a:p>
              </p:txBody>
            </p:sp>
          </p:grp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FFD645F6-9EDF-AE48-6FCD-F97F79B9074E}"/>
                  </a:ext>
                </a:extLst>
              </p:cNvPr>
              <p:cNvSpPr/>
              <p:nvPr/>
            </p:nvSpPr>
            <p:spPr>
              <a:xfrm>
                <a:off x="7308890" y="0"/>
                <a:ext cx="1078025" cy="2160000"/>
              </a:xfrm>
              <a:prstGeom prst="rect">
                <a:avLst/>
              </a:prstGeom>
              <a:gradFill flip="none" rotWithShape="1">
                <a:gsLst>
                  <a:gs pos="5000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F3C974F-CF1E-2E46-4467-AEB78C298B0E}"/>
                  </a:ext>
                </a:extLst>
              </p:cNvPr>
              <p:cNvSpPr/>
              <p:nvPr/>
            </p:nvSpPr>
            <p:spPr>
              <a:xfrm rot="10800000">
                <a:off x="8386915" y="0"/>
                <a:ext cx="1078025" cy="2160000"/>
              </a:xfrm>
              <a:prstGeom prst="rect">
                <a:avLst/>
              </a:prstGeom>
              <a:gradFill flip="none" rotWithShape="1">
                <a:gsLst>
                  <a:gs pos="5000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5CDA33BC-FCA6-2B0D-C0A1-974BE4B2B8A2}"/>
                </a:ext>
              </a:extLst>
            </p:cNvPr>
            <p:cNvGrpSpPr/>
            <p:nvPr/>
          </p:nvGrpSpPr>
          <p:grpSpPr>
            <a:xfrm>
              <a:off x="2160740" y="2159999"/>
              <a:ext cx="2160000" cy="2160000"/>
              <a:chOff x="7404398" y="483376"/>
              <a:chExt cx="2160000" cy="2160000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285222F-1E83-E220-80AC-E3907910470F}"/>
                  </a:ext>
                </a:extLst>
              </p:cNvPr>
              <p:cNvSpPr/>
              <p:nvPr/>
            </p:nvSpPr>
            <p:spPr>
              <a:xfrm>
                <a:off x="7404398" y="483376"/>
                <a:ext cx="2160000" cy="21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970D377-9225-94CE-A6EC-DDD32EB0F29C}"/>
                  </a:ext>
                </a:extLst>
              </p:cNvPr>
              <p:cNvSpPr txBox="1"/>
              <p:nvPr/>
            </p:nvSpPr>
            <p:spPr>
              <a:xfrm>
                <a:off x="7809736" y="1202626"/>
                <a:ext cx="1349324" cy="83099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800" b="1">
                    <a:solidFill>
                      <a:srgbClr val="00FFFF"/>
                    </a:solidFill>
                    <a:latin typeface="Exo" pitchFamily="2" charset="0"/>
                    <a:ea typeface="思源黑体 CN" panose="020B0500000000000000" pitchFamily="34" charset="-122"/>
                  </a:rPr>
                  <a:t>INE</a:t>
                </a:r>
                <a:endParaRPr lang="zh-CN" altLang="en-US" sz="4800" b="1">
                  <a:solidFill>
                    <a:srgbClr val="00FFFF"/>
                  </a:solidFill>
                  <a:latin typeface="Exo" pitchFamily="2" charset="0"/>
                  <a:ea typeface="思源黑体 CN" panose="020B0500000000000000" pitchFamily="34" charset="-122"/>
                </a:endParaRPr>
              </a:p>
            </p:txBody>
          </p: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722CBF6E-E76D-1DF7-7F8B-C4AF4F28D3F8}"/>
                </a:ext>
              </a:extLst>
            </p:cNvPr>
            <p:cNvGrpSpPr/>
            <p:nvPr/>
          </p:nvGrpSpPr>
          <p:grpSpPr>
            <a:xfrm>
              <a:off x="6481550" y="2159998"/>
              <a:ext cx="2160000" cy="2160000"/>
              <a:chOff x="7336938" y="3095486"/>
              <a:chExt cx="2160000" cy="2160000"/>
            </a:xfrm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4BFCC451-CD1D-0A70-EC06-9FEB39ECD803}"/>
                  </a:ext>
                </a:extLst>
              </p:cNvPr>
              <p:cNvSpPr/>
              <p:nvPr/>
            </p:nvSpPr>
            <p:spPr>
              <a:xfrm>
                <a:off x="7336938" y="3095486"/>
                <a:ext cx="2160000" cy="2160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EDD034C0-6D44-CBBB-546D-7C658FE5A4D4}"/>
                  </a:ext>
                </a:extLst>
              </p:cNvPr>
              <p:cNvSpPr txBox="1"/>
              <p:nvPr/>
            </p:nvSpPr>
            <p:spPr>
              <a:xfrm>
                <a:off x="7534980" y="3978268"/>
                <a:ext cx="176391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800" b="1">
                    <a:latin typeface="Exo" pitchFamily="2" charset="0"/>
                  </a:rPr>
                  <a:t>T </a:t>
                </a:r>
                <a:r>
                  <a:rPr lang="en-US" altLang="zh-CN" sz="4800" b="1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Exo" pitchFamily="2" charset="0"/>
                  </a:rPr>
                  <a:t>U</a:t>
                </a:r>
                <a:r>
                  <a:rPr lang="en-US" altLang="zh-CN" sz="4800" b="1">
                    <a:latin typeface="Exo" pitchFamily="2" charset="0"/>
                  </a:rPr>
                  <a:t> V</a:t>
                </a:r>
                <a:endParaRPr lang="zh-CN" altLang="en-US" sz="4800" b="1">
                  <a:latin typeface="Exo" pitchFamily="2" charset="0"/>
                </a:endParaRPr>
              </a:p>
            </p:txBody>
          </p: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ACBC252B-F458-DF21-AB19-0BB57DCED37C}"/>
                  </a:ext>
                </a:extLst>
              </p:cNvPr>
              <p:cNvCxnSpPr/>
              <p:nvPr/>
            </p:nvCxnSpPr>
            <p:spPr>
              <a:xfrm>
                <a:off x="7842822" y="3596148"/>
                <a:ext cx="0" cy="398347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箭头连接符 82">
                <a:extLst>
                  <a:ext uri="{FF2B5EF4-FFF2-40B4-BE49-F238E27FC236}">
                    <a16:creationId xmlns:a16="http://schemas.microsoft.com/office/drawing/2014/main" id="{21F355D4-47A5-338C-AB03-478C33D97ADF}"/>
                  </a:ext>
                </a:extLst>
              </p:cNvPr>
              <p:cNvCxnSpPr/>
              <p:nvPr/>
            </p:nvCxnSpPr>
            <p:spPr>
              <a:xfrm>
                <a:off x="8955342" y="3596148"/>
                <a:ext cx="0" cy="398347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25806265-4ABA-896B-4BCD-67DE4734F34C}"/>
                </a:ext>
              </a:extLst>
            </p:cNvPr>
            <p:cNvGrpSpPr/>
            <p:nvPr/>
          </p:nvGrpSpPr>
          <p:grpSpPr>
            <a:xfrm>
              <a:off x="8640671" y="0"/>
              <a:ext cx="2160000" cy="2160000"/>
              <a:chOff x="9735475" y="0"/>
              <a:chExt cx="2160000" cy="2160000"/>
            </a:xfrm>
          </p:grpSpPr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09E5212-028E-BC04-A814-F5A7406F5A95}"/>
                  </a:ext>
                </a:extLst>
              </p:cNvPr>
              <p:cNvSpPr/>
              <p:nvPr/>
            </p:nvSpPr>
            <p:spPr>
              <a:xfrm>
                <a:off x="9735475" y="0"/>
                <a:ext cx="2160000" cy="21600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5AB33830-48B8-02E1-89E6-1F7AB157D986}"/>
                  </a:ext>
                </a:extLst>
              </p:cNvPr>
              <p:cNvGrpSpPr/>
              <p:nvPr/>
            </p:nvGrpSpPr>
            <p:grpSpPr>
              <a:xfrm>
                <a:off x="9956741" y="348310"/>
                <a:ext cx="1724910" cy="1399864"/>
                <a:chOff x="9894658" y="2795486"/>
                <a:chExt cx="1963151" cy="1593210"/>
              </a:xfrm>
            </p:grpSpPr>
            <p:pic>
              <p:nvPicPr>
                <p:cNvPr id="94" name="图片 93">
                  <a:extLst>
                    <a:ext uri="{FF2B5EF4-FFF2-40B4-BE49-F238E27FC236}">
                      <a16:creationId xmlns:a16="http://schemas.microsoft.com/office/drawing/2014/main" id="{3806A41C-65B7-2492-2227-C3A7B1C82F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42130"/>
                <a:stretch>
                  <a:fillRect/>
                </a:stretch>
              </p:blipFill>
              <p:spPr>
                <a:xfrm>
                  <a:off x="9894658" y="2795486"/>
                  <a:ext cx="920817" cy="1585097"/>
                </a:xfrm>
                <a:prstGeom prst="rect">
                  <a:avLst/>
                </a:prstGeom>
              </p:spPr>
            </p:pic>
            <p:pic>
              <p:nvPicPr>
                <p:cNvPr id="96" name="图片 95">
                  <a:extLst>
                    <a:ext uri="{FF2B5EF4-FFF2-40B4-BE49-F238E27FC236}">
                      <a16:creationId xmlns:a16="http://schemas.microsoft.com/office/drawing/2014/main" id="{CAFE266B-920D-CFD6-F0C4-C509533AA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58114"/>
                <a:stretch>
                  <a:fillRect/>
                </a:stretch>
              </p:blipFill>
              <p:spPr>
                <a:xfrm>
                  <a:off x="11191331" y="2803599"/>
                  <a:ext cx="666478" cy="1585097"/>
                </a:xfrm>
                <a:prstGeom prst="rect">
                  <a:avLst/>
                </a:prstGeom>
              </p:spPr>
            </p:pic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6679EFC3-9E4F-6FD6-2279-FE855B1E898E}"/>
                    </a:ext>
                  </a:extLst>
                </p:cNvPr>
                <p:cNvSpPr txBox="1"/>
                <p:nvPr/>
              </p:nvSpPr>
              <p:spPr>
                <a:xfrm>
                  <a:off x="10773586" y="3244836"/>
                  <a:ext cx="457576" cy="80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4000" b="1">
                      <a:latin typeface="Exo" pitchFamily="2" charset="0"/>
                    </a:rPr>
                    <a:t>T</a:t>
                  </a:r>
                  <a:endParaRPr lang="zh-CN" altLang="en-US" sz="4000" b="1">
                    <a:latin typeface="Exo" pitchFamily="2" charset="0"/>
                  </a:endParaRPr>
                </a:p>
              </p:txBody>
            </p:sp>
          </p:grp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89336EB1-832A-47C4-FF88-A6C1FC69D755}"/>
                </a:ext>
              </a:extLst>
            </p:cNvPr>
            <p:cNvGrpSpPr/>
            <p:nvPr/>
          </p:nvGrpSpPr>
          <p:grpSpPr>
            <a:xfrm>
              <a:off x="8640671" y="2159239"/>
              <a:ext cx="2160000" cy="2160000"/>
              <a:chOff x="9764113" y="3093581"/>
              <a:chExt cx="2160000" cy="2160000"/>
            </a:xfrm>
          </p:grpSpPr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DDA882E9-1A26-6599-8210-B7A6239853FD}"/>
                  </a:ext>
                </a:extLst>
              </p:cNvPr>
              <p:cNvSpPr/>
              <p:nvPr/>
            </p:nvSpPr>
            <p:spPr>
              <a:xfrm>
                <a:off x="9764113" y="3093581"/>
                <a:ext cx="2160000" cy="2160000"/>
              </a:xfrm>
              <a:prstGeom prst="rect">
                <a:avLst/>
              </a:prstGeom>
              <a:solidFill>
                <a:srgbClr val="F4CD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DB34B23C-A21D-2633-BEB1-A5D4A012C938}"/>
                  </a:ext>
                </a:extLst>
              </p:cNvPr>
              <p:cNvSpPr txBox="1"/>
              <p:nvPr/>
            </p:nvSpPr>
            <p:spPr>
              <a:xfrm>
                <a:off x="9937435" y="3298818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AEL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4488AF07-5CFB-00FB-6544-C9D2B6E39732}"/>
                  </a:ext>
                </a:extLst>
              </p:cNvPr>
              <p:cNvSpPr txBox="1"/>
              <p:nvPr/>
            </p:nvSpPr>
            <p:spPr>
              <a:xfrm>
                <a:off x="9923882" y="3940686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EAL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AC8AA084-6C17-F0F5-0E95-241B0CFA9420}"/>
                  </a:ext>
                </a:extLst>
              </p:cNvPr>
              <p:cNvSpPr txBox="1"/>
              <p:nvPr/>
            </p:nvSpPr>
            <p:spPr>
              <a:xfrm>
                <a:off x="10847834" y="3605450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ELA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2B32F7AB-1A9F-9BD4-7F8C-06F13FB43A92}"/>
                  </a:ext>
                </a:extLst>
              </p:cNvPr>
              <p:cNvSpPr txBox="1"/>
              <p:nvPr/>
            </p:nvSpPr>
            <p:spPr>
              <a:xfrm>
                <a:off x="9937435" y="4582554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LAE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4F3467A7-B260-E662-DCA4-84FC93A5C38F}"/>
                  </a:ext>
                </a:extLst>
              </p:cNvPr>
              <p:cNvSpPr txBox="1"/>
              <p:nvPr/>
            </p:nvSpPr>
            <p:spPr>
              <a:xfrm>
                <a:off x="10862718" y="4276596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LEA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547E359C-A74A-5F83-FEB1-0837D9E75C38}"/>
                </a:ext>
              </a:extLst>
            </p:cNvPr>
            <p:cNvGrpSpPr/>
            <p:nvPr/>
          </p:nvGrpSpPr>
          <p:grpSpPr>
            <a:xfrm>
              <a:off x="4321409" y="2159999"/>
              <a:ext cx="2160000" cy="2160000"/>
              <a:chOff x="4854350" y="2837871"/>
              <a:chExt cx="2160000" cy="2160000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10D6B37-3218-E13B-4051-C6F223EBE706}"/>
                  </a:ext>
                </a:extLst>
              </p:cNvPr>
              <p:cNvSpPr/>
              <p:nvPr/>
            </p:nvSpPr>
            <p:spPr>
              <a:xfrm>
                <a:off x="4854350" y="2837871"/>
                <a:ext cx="2160000" cy="2160000"/>
              </a:xfrm>
              <a:prstGeom prst="rect">
                <a:avLst/>
              </a:prstGeom>
              <a:solidFill>
                <a:srgbClr val="D4FF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0A245D00-E7E4-FBCA-9D6F-8B0445B5D6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6074" t="24069" r="38593" b="38593"/>
              <a:stretch>
                <a:fillRect/>
              </a:stretch>
            </p:blipFill>
            <p:spPr>
              <a:xfrm>
                <a:off x="4953919" y="2943111"/>
                <a:ext cx="293491" cy="1944000"/>
              </a:xfrm>
              <a:prstGeom prst="rect">
                <a:avLst/>
              </a:prstGeom>
            </p:spPr>
          </p:pic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05D73F15-7214-69A1-A70D-8728749191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4912" t="23953" r="36741" b="38743"/>
              <a:stretch>
                <a:fillRect/>
              </a:stretch>
            </p:blipFill>
            <p:spPr>
              <a:xfrm rot="5400000">
                <a:off x="5783376" y="2116904"/>
                <a:ext cx="293492" cy="1944000"/>
              </a:xfrm>
              <a:prstGeom prst="rect">
                <a:avLst/>
              </a:prstGeom>
            </p:spPr>
          </p:pic>
          <p:pic>
            <p:nvPicPr>
              <p:cNvPr id="67" name="图片 66">
                <a:extLst>
                  <a:ext uri="{FF2B5EF4-FFF2-40B4-BE49-F238E27FC236}">
                    <a16:creationId xmlns:a16="http://schemas.microsoft.com/office/drawing/2014/main" id="{10285324-D510-6E16-AB05-3DD4D72F18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33274" t="24184" r="46991" b="38255"/>
              <a:stretch>
                <a:fillRect/>
              </a:stretch>
            </p:blipFill>
            <p:spPr>
              <a:xfrm rot="10800000">
                <a:off x="6618307" y="2942158"/>
                <a:ext cx="293491" cy="1944002"/>
              </a:xfrm>
              <a:prstGeom prst="rect">
                <a:avLst/>
              </a:prstGeom>
            </p:spPr>
          </p:pic>
          <p:pic>
            <p:nvPicPr>
              <p:cNvPr id="71" name="图片 70">
                <a:extLst>
                  <a:ext uri="{FF2B5EF4-FFF2-40B4-BE49-F238E27FC236}">
                    <a16:creationId xmlns:a16="http://schemas.microsoft.com/office/drawing/2014/main" id="{E85C2756-5033-FD4C-017F-153D203017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6908" t="23953" r="38500" b="38743"/>
              <a:stretch>
                <a:fillRect/>
              </a:stretch>
            </p:blipFill>
            <p:spPr>
              <a:xfrm rot="16200000">
                <a:off x="5793052" y="3761563"/>
                <a:ext cx="293492" cy="1944001"/>
              </a:xfrm>
              <a:prstGeom prst="rect">
                <a:avLst/>
              </a:prstGeom>
            </p:spPr>
          </p:pic>
          <p:grpSp>
            <p:nvGrpSpPr>
              <p:cNvPr id="129" name="组合 128">
                <a:extLst>
                  <a:ext uri="{FF2B5EF4-FFF2-40B4-BE49-F238E27FC236}">
                    <a16:creationId xmlns:a16="http://schemas.microsoft.com/office/drawing/2014/main" id="{2A136E5A-BAE3-913C-BE8D-91FC92628807}"/>
                  </a:ext>
                </a:extLst>
              </p:cNvPr>
              <p:cNvGrpSpPr/>
              <p:nvPr/>
            </p:nvGrpSpPr>
            <p:grpSpPr>
              <a:xfrm>
                <a:off x="5667127" y="3638505"/>
                <a:ext cx="556957" cy="558731"/>
                <a:chOff x="5750038" y="5684842"/>
                <a:chExt cx="728978" cy="731300"/>
              </a:xfrm>
              <a:solidFill>
                <a:srgbClr val="339933"/>
              </a:solidFill>
            </p:grpSpPr>
            <p:sp>
              <p:nvSpPr>
                <p:cNvPr id="122" name="箭头: 下 121">
                  <a:extLst>
                    <a:ext uri="{FF2B5EF4-FFF2-40B4-BE49-F238E27FC236}">
                      <a16:creationId xmlns:a16="http://schemas.microsoft.com/office/drawing/2014/main" id="{A2C916A6-6148-AD58-24C8-3DB4B221751F}"/>
                    </a:ext>
                  </a:extLst>
                </p:cNvPr>
                <p:cNvSpPr/>
                <p:nvPr/>
              </p:nvSpPr>
              <p:spPr>
                <a:xfrm rot="18900000">
                  <a:off x="5819132" y="5684842"/>
                  <a:ext cx="231148" cy="369332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" name="箭头: 下 123">
                  <a:extLst>
                    <a:ext uri="{FF2B5EF4-FFF2-40B4-BE49-F238E27FC236}">
                      <a16:creationId xmlns:a16="http://schemas.microsoft.com/office/drawing/2014/main" id="{3FECAA2A-F24A-6CDE-976C-4464FC8C3537}"/>
                    </a:ext>
                  </a:extLst>
                </p:cNvPr>
                <p:cNvSpPr/>
                <p:nvPr/>
              </p:nvSpPr>
              <p:spPr>
                <a:xfrm rot="2700000">
                  <a:off x="6178776" y="5684841"/>
                  <a:ext cx="231148" cy="369332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" name="箭头: 下 125">
                  <a:extLst>
                    <a:ext uri="{FF2B5EF4-FFF2-40B4-BE49-F238E27FC236}">
                      <a16:creationId xmlns:a16="http://schemas.microsoft.com/office/drawing/2014/main" id="{73E43B97-4D12-FF59-AC5A-A8081B99B071}"/>
                    </a:ext>
                  </a:extLst>
                </p:cNvPr>
                <p:cNvSpPr/>
                <p:nvPr/>
              </p:nvSpPr>
              <p:spPr>
                <a:xfrm rot="2700000" flipV="1">
                  <a:off x="5819130" y="6046811"/>
                  <a:ext cx="231148" cy="369332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" name="箭头: 下 127">
                  <a:extLst>
                    <a:ext uri="{FF2B5EF4-FFF2-40B4-BE49-F238E27FC236}">
                      <a16:creationId xmlns:a16="http://schemas.microsoft.com/office/drawing/2014/main" id="{927B0555-FEED-C1BE-717F-58D0974C2347}"/>
                    </a:ext>
                  </a:extLst>
                </p:cNvPr>
                <p:cNvSpPr/>
                <p:nvPr/>
              </p:nvSpPr>
              <p:spPr>
                <a:xfrm rot="18900000" flipV="1">
                  <a:off x="6178774" y="6046810"/>
                  <a:ext cx="231148" cy="369332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6589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CCE3-4984-2365-6FB1-6F8FC545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0979AD76-1AB2-FA75-A09C-A2C55AB6C391}"/>
              </a:ext>
            </a:extLst>
          </p:cNvPr>
          <p:cNvGrpSpPr/>
          <p:nvPr/>
        </p:nvGrpSpPr>
        <p:grpSpPr>
          <a:xfrm>
            <a:off x="0" y="0"/>
            <a:ext cx="11895475" cy="5968181"/>
            <a:chOff x="0" y="0"/>
            <a:chExt cx="11895475" cy="5968181"/>
          </a:xfrm>
        </p:grpSpPr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353F0A9A-9AC4-9E14-F2CE-CFBAF76005E1}"/>
                </a:ext>
              </a:extLst>
            </p:cNvPr>
            <p:cNvSpPr/>
            <p:nvPr/>
          </p:nvSpPr>
          <p:spPr>
            <a:xfrm>
              <a:off x="0" y="1"/>
              <a:ext cx="11895475" cy="5968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A0EE5C3-BC77-75E4-EDBF-1201A7727B78}"/>
                </a:ext>
              </a:extLst>
            </p:cNvPr>
            <p:cNvGrpSpPr/>
            <p:nvPr/>
          </p:nvGrpSpPr>
          <p:grpSpPr>
            <a:xfrm>
              <a:off x="0" y="0"/>
              <a:ext cx="2160000" cy="2160000"/>
              <a:chOff x="0" y="0"/>
              <a:chExt cx="2160000" cy="2160000"/>
            </a:xfrm>
            <a:solidFill>
              <a:srgbClr val="FFDCCD"/>
            </a:solidFill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ECF4573-1F35-6716-B919-B5F97533DC48}"/>
                  </a:ext>
                </a:extLst>
              </p:cNvPr>
              <p:cNvSpPr/>
              <p:nvPr/>
            </p:nvSpPr>
            <p:spPr>
              <a:xfrm>
                <a:off x="0" y="0"/>
                <a:ext cx="2160000" cy="21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F2758D5-05F5-CFB0-53B5-35E506CA4748}"/>
                  </a:ext>
                </a:extLst>
              </p:cNvPr>
              <p:cNvSpPr txBox="1"/>
              <p:nvPr/>
            </p:nvSpPr>
            <p:spPr>
              <a:xfrm>
                <a:off x="196645" y="295170"/>
                <a:ext cx="1766710" cy="156966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>
                    <a:latin typeface="Exo" pitchFamily="2" charset="0"/>
                    <a:ea typeface="思源黑体 CN" panose="020B0500000000000000" pitchFamily="34" charset="-122"/>
                  </a:rPr>
                  <a:t>SOME</a:t>
                </a:r>
              </a:p>
              <a:p>
                <a:pPr algn="ctr"/>
                <a:r>
                  <a:rPr lang="en-US" altLang="zh-CN" sz="2400" b="1">
                    <a:latin typeface="Exo" pitchFamily="2" charset="0"/>
                    <a:ea typeface="思源黑体 CN" panose="020B0500000000000000" pitchFamily="34" charset="-122"/>
                  </a:rPr>
                  <a:t>LETTEES</a:t>
                </a:r>
              </a:p>
              <a:p>
                <a:pPr algn="ctr"/>
                <a:r>
                  <a:rPr lang="en-US" altLang="zh-CN" sz="2400" b="1">
                    <a:latin typeface="Exo" pitchFamily="2" charset="0"/>
                    <a:ea typeface="思源黑体 CN" panose="020B0500000000000000" pitchFamily="34" charset="-122"/>
                  </a:rPr>
                  <a:t>AEE</a:t>
                </a:r>
              </a:p>
              <a:p>
                <a:pPr algn="ctr"/>
                <a:r>
                  <a:rPr lang="en-US" altLang="zh-CN" sz="2400" b="1">
                    <a:latin typeface="Exo" pitchFamily="2" charset="0"/>
                    <a:ea typeface="思源黑体 CN" panose="020B0500000000000000" pitchFamily="34" charset="-122"/>
                  </a:rPr>
                  <a:t>EEPLACED</a:t>
                </a:r>
                <a:endParaRPr lang="zh-CN" altLang="en-US" sz="2400" b="1">
                  <a:latin typeface="Exo" pitchFamily="2" charset="0"/>
                  <a:ea typeface="思源黑体 CN" panose="020B0500000000000000" pitchFamily="34" charset="-122"/>
                </a:endParaRP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6CF5A01-A856-2BDA-80FE-451FBF28A901}"/>
                </a:ext>
              </a:extLst>
            </p:cNvPr>
            <p:cNvSpPr txBox="1"/>
            <p:nvPr/>
          </p:nvSpPr>
          <p:spPr>
            <a:xfrm>
              <a:off x="434898" y="2194890"/>
              <a:ext cx="13388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Exo" pitchFamily="2" charset="0"/>
                </a:rPr>
                <a:t>R</a:t>
              </a:r>
              <a:r>
                <a:rPr lang="en-US" altLang="zh-CN" b="1">
                  <a:latin typeface="Exo" pitchFamily="2" charset="0"/>
                </a:rPr>
                <a:t>is</a:t>
              </a:r>
              <a:r>
                <a:rPr lang="en-US" altLang="zh-CN" b="1">
                  <a:solidFill>
                    <a:srgbClr val="0000FF"/>
                  </a:solidFill>
                  <a:latin typeface="Exo" pitchFamily="2" charset="0"/>
                </a:rPr>
                <a:t>e</a:t>
              </a:r>
            </a:p>
            <a:p>
              <a:pPr algn="ctr"/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(R</a:t>
              </a:r>
              <a:r>
                <a: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变成了</a:t>
              </a:r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E)</a:t>
              </a:r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ACD1D0B2-FEFD-6398-27FA-723743893733}"/>
                </a:ext>
              </a:extLst>
            </p:cNvPr>
            <p:cNvGrpSpPr/>
            <p:nvPr/>
          </p:nvGrpSpPr>
          <p:grpSpPr>
            <a:xfrm>
              <a:off x="2427175" y="0"/>
              <a:ext cx="2160000" cy="2160000"/>
              <a:chOff x="2817223" y="0"/>
              <a:chExt cx="2160000" cy="2160000"/>
            </a:xfrm>
            <a:solidFill>
              <a:schemeClr val="bg1">
                <a:lumMod val="95000"/>
              </a:schemeClr>
            </a:solidFill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9329381-CFDD-103C-2358-875B527AD143}"/>
                  </a:ext>
                </a:extLst>
              </p:cNvPr>
              <p:cNvSpPr/>
              <p:nvPr/>
            </p:nvSpPr>
            <p:spPr>
              <a:xfrm>
                <a:off x="2817223" y="0"/>
                <a:ext cx="2160000" cy="21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6D2819C-1EB6-86E2-3170-70CCB43A225D}"/>
                  </a:ext>
                </a:extLst>
              </p:cNvPr>
              <p:cNvSpPr txBox="1"/>
              <p:nvPr/>
            </p:nvSpPr>
            <p:spPr>
              <a:xfrm>
                <a:off x="2904445" y="782525"/>
                <a:ext cx="1985556" cy="70788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000" b="1">
                    <a:latin typeface="Exo" pitchFamily="2" charset="0"/>
                    <a:ea typeface="思源黑体 CN" panose="020B0500000000000000" pitchFamily="34" charset="-122"/>
                  </a:rPr>
                  <a:t>MIND</a:t>
                </a:r>
                <a:endParaRPr lang="zh-CN" altLang="en-US" sz="4000" b="1">
                  <a:latin typeface="Exo" pitchFamily="2" charset="0"/>
                  <a:ea typeface="思源黑体 CN" panose="020B0500000000000000" pitchFamily="34" charset="-122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EFCC6C8-6421-9DEB-DA47-67C4948DD29A}"/>
                </a:ext>
              </a:extLst>
            </p:cNvPr>
            <p:cNvSpPr txBox="1"/>
            <p:nvPr/>
          </p:nvSpPr>
          <p:spPr>
            <a:xfrm>
              <a:off x="2811704" y="2190380"/>
              <a:ext cx="1391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Exo" pitchFamily="2" charset="0"/>
                </a:rPr>
                <a:t>Black MInD</a:t>
              </a:r>
              <a:endParaRPr lang="zh-CN" altLang="en-US" b="1">
                <a:latin typeface="Exo" pitchFamily="2" charset="0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5FA8F65-E793-1BC6-6469-1DC610D48BE0}"/>
                </a:ext>
              </a:extLst>
            </p:cNvPr>
            <p:cNvGrpSpPr/>
            <p:nvPr/>
          </p:nvGrpSpPr>
          <p:grpSpPr>
            <a:xfrm>
              <a:off x="4854350" y="0"/>
              <a:ext cx="2160000" cy="2160000"/>
              <a:chOff x="6164826" y="0"/>
              <a:chExt cx="2160000" cy="2160000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3CECB0D3-1E1C-1680-55C0-D0FA1B2A9717}"/>
                  </a:ext>
                </a:extLst>
              </p:cNvPr>
              <p:cNvSpPr/>
              <p:nvPr/>
            </p:nvSpPr>
            <p:spPr>
              <a:xfrm>
                <a:off x="6164826" y="0"/>
                <a:ext cx="720000" cy="2160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38F58B6-FEEF-5FBE-26EE-AE973141CAD0}"/>
                  </a:ext>
                </a:extLst>
              </p:cNvPr>
              <p:cNvSpPr/>
              <p:nvPr/>
            </p:nvSpPr>
            <p:spPr>
              <a:xfrm>
                <a:off x="6884826" y="0"/>
                <a:ext cx="720000" cy="21600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9F29B1D-2C9A-2B1A-438F-FD6E620482B1}"/>
                  </a:ext>
                </a:extLst>
              </p:cNvPr>
              <p:cNvSpPr/>
              <p:nvPr/>
            </p:nvSpPr>
            <p:spPr>
              <a:xfrm>
                <a:off x="7604826" y="0"/>
                <a:ext cx="720000" cy="2160000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62EA242-BC7B-4888-FB83-8679106C8C14}"/>
                </a:ext>
              </a:extLst>
            </p:cNvPr>
            <p:cNvSpPr txBox="1"/>
            <p:nvPr/>
          </p:nvSpPr>
          <p:spPr>
            <a:xfrm>
              <a:off x="5626153" y="2189645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Exo" pitchFamily="2" charset="0"/>
                </a:rPr>
                <a:t>R</a:t>
              </a:r>
              <a:r>
                <a:rPr lang="en-US" altLang="zh-CN" b="1">
                  <a:solidFill>
                    <a:srgbClr val="00FF00"/>
                  </a:solidFill>
                  <a:latin typeface="Exo" pitchFamily="2" charset="0"/>
                </a:rPr>
                <a:t>G</a:t>
              </a:r>
              <a:r>
                <a:rPr lang="en-US" altLang="zh-CN" b="1">
                  <a:solidFill>
                    <a:srgbClr val="0000FF"/>
                  </a:solidFill>
                  <a:latin typeface="Exo" pitchFamily="2" charset="0"/>
                </a:rPr>
                <a:t>B</a:t>
              </a: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811EE6AA-1086-1EBC-BE64-2F753BBF993F}"/>
                </a:ext>
              </a:extLst>
            </p:cNvPr>
            <p:cNvGrpSpPr/>
            <p:nvPr/>
          </p:nvGrpSpPr>
          <p:grpSpPr>
            <a:xfrm>
              <a:off x="0" y="2965687"/>
              <a:ext cx="2160000" cy="2160000"/>
              <a:chOff x="0" y="3091871"/>
              <a:chExt cx="2160000" cy="2160000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93579524-88C5-C303-C060-FB15E3C120B9}"/>
                  </a:ext>
                </a:extLst>
              </p:cNvPr>
              <p:cNvSpPr/>
              <p:nvPr/>
            </p:nvSpPr>
            <p:spPr>
              <a:xfrm>
                <a:off x="0" y="3091871"/>
                <a:ext cx="2160000" cy="2160000"/>
              </a:xfrm>
              <a:prstGeom prst="rect">
                <a:avLst/>
              </a:prstGeom>
              <a:solidFill>
                <a:srgbClr val="FAF1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A69295F7-57D7-EC35-1751-6959BCBCF08C}"/>
                  </a:ext>
                </a:extLst>
              </p:cNvPr>
              <p:cNvGrpSpPr/>
              <p:nvPr/>
            </p:nvGrpSpPr>
            <p:grpSpPr>
              <a:xfrm>
                <a:off x="439296" y="3352661"/>
                <a:ext cx="1271576" cy="1634903"/>
                <a:chOff x="438626" y="3410831"/>
                <a:chExt cx="1271576" cy="1634903"/>
              </a:xfrm>
            </p:grpSpPr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B31135C5-4E6F-E49C-AA52-EB5CE30D5555}"/>
                    </a:ext>
                  </a:extLst>
                </p:cNvPr>
                <p:cNvSpPr/>
                <p:nvPr/>
              </p:nvSpPr>
              <p:spPr>
                <a:xfrm>
                  <a:off x="561501" y="3752077"/>
                  <a:ext cx="1029540" cy="890552"/>
                </a:xfrm>
                <a:prstGeom prst="triangl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778F7E3-C3A9-D77B-1A6B-CA6B3731BA2D}"/>
                    </a:ext>
                  </a:extLst>
                </p:cNvPr>
                <p:cNvSpPr txBox="1"/>
                <p:nvPr/>
              </p:nvSpPr>
              <p:spPr>
                <a:xfrm rot="18000000">
                  <a:off x="36841" y="3892125"/>
                  <a:ext cx="12036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>
                      <a:latin typeface="Exo" pitchFamily="2" charset="0"/>
                    </a:rPr>
                    <a:t>ETHOS</a:t>
                  </a:r>
                  <a:endParaRPr lang="zh-CN" altLang="en-US" sz="2000" b="1">
                    <a:latin typeface="Exo" pitchFamily="2" charset="0"/>
                  </a:endParaRPr>
                </a:p>
              </p:txBody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E73266C-60F7-DFC8-17C7-686ADFEA0C5B}"/>
                    </a:ext>
                  </a:extLst>
                </p:cNvPr>
                <p:cNvSpPr txBox="1"/>
                <p:nvPr/>
              </p:nvSpPr>
              <p:spPr>
                <a:xfrm rot="3600000">
                  <a:off x="836358" y="3884565"/>
                  <a:ext cx="13475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>
                      <a:latin typeface="Exo" pitchFamily="2" charset="0"/>
                    </a:rPr>
                    <a:t>PATHOS</a:t>
                  </a:r>
                  <a:endParaRPr lang="zh-CN" altLang="en-US" sz="2000" b="1">
                    <a:latin typeface="Exo" pitchFamily="2" charset="0"/>
                  </a:endParaRPr>
                </a:p>
              </p:txBody>
            </p:sp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A48CA93-B8FE-A363-36AE-47844847B4C0}"/>
                    </a:ext>
                  </a:extLst>
                </p:cNvPr>
                <p:cNvSpPr txBox="1"/>
                <p:nvPr/>
              </p:nvSpPr>
              <p:spPr>
                <a:xfrm>
                  <a:off x="679328" y="4645624"/>
                  <a:ext cx="79388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>
                      <a:solidFill>
                        <a:srgbClr val="B60E0E"/>
                      </a:solidFill>
                      <a:latin typeface="Exo" pitchFamily="2" charset="0"/>
                    </a:rPr>
                    <a:t>?</a:t>
                  </a:r>
                  <a:endParaRPr lang="zh-CN" altLang="en-US" sz="2000" b="1">
                    <a:solidFill>
                      <a:srgbClr val="B60E0E"/>
                    </a:solidFill>
                    <a:latin typeface="Exo" pitchFamily="2" charset="0"/>
                  </a:endParaRPr>
                </a:p>
              </p:txBody>
            </p:sp>
          </p:grp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1BAB76F-8631-7E38-6E77-8E344E22833C}"/>
                </a:ext>
              </a:extLst>
            </p:cNvPr>
            <p:cNvSpPr txBox="1"/>
            <p:nvPr/>
          </p:nvSpPr>
          <p:spPr>
            <a:xfrm>
              <a:off x="81894" y="5176582"/>
              <a:ext cx="19736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Exo" pitchFamily="2" charset="0"/>
                </a:rPr>
                <a:t>Logos</a:t>
              </a:r>
              <a:endParaRPr lang="en-US" altLang="zh-CN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ctr"/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</a:t>
              </a:r>
              <a:r>
                <a: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来自修辞三角形</a:t>
              </a:r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)</a:t>
              </a:r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38CCC255-BD71-9890-CF9A-3EAB6F17F7CA}"/>
                </a:ext>
              </a:extLst>
            </p:cNvPr>
            <p:cNvGrpSpPr/>
            <p:nvPr/>
          </p:nvGrpSpPr>
          <p:grpSpPr>
            <a:xfrm>
              <a:off x="7308890" y="0"/>
              <a:ext cx="2160001" cy="2160000"/>
              <a:chOff x="7308890" y="0"/>
              <a:chExt cx="2160001" cy="2160000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1C42BC95-AA41-568E-4A65-A9924EF8AE88}"/>
                  </a:ext>
                </a:extLst>
              </p:cNvPr>
              <p:cNvGrpSpPr/>
              <p:nvPr/>
            </p:nvGrpSpPr>
            <p:grpSpPr>
              <a:xfrm>
                <a:off x="7308891" y="0"/>
                <a:ext cx="2160000" cy="2160000"/>
                <a:chOff x="2817223" y="0"/>
                <a:chExt cx="2160000" cy="2160000"/>
              </a:xfrm>
            </p:grpSpPr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466D391B-5BFC-614E-4F9B-F32C36ACA9C2}"/>
                    </a:ext>
                  </a:extLst>
                </p:cNvPr>
                <p:cNvSpPr/>
                <p:nvPr/>
              </p:nvSpPr>
              <p:spPr>
                <a:xfrm>
                  <a:off x="2817223" y="0"/>
                  <a:ext cx="2160000" cy="216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9415327-85FD-16B9-83D4-D9205436C621}"/>
                    </a:ext>
                  </a:extLst>
                </p:cNvPr>
                <p:cNvSpPr txBox="1"/>
                <p:nvPr/>
              </p:nvSpPr>
              <p:spPr>
                <a:xfrm>
                  <a:off x="2904445" y="782525"/>
                  <a:ext cx="198555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4000" b="1">
                      <a:latin typeface="Exo" pitchFamily="2" charset="0"/>
                      <a:ea typeface="思源黑体 CN" panose="020B0500000000000000" pitchFamily="34" charset="-122"/>
                    </a:rPr>
                    <a:t>MOON</a:t>
                  </a:r>
                  <a:endParaRPr lang="zh-CN" altLang="en-US" sz="4000" b="1">
                    <a:latin typeface="Exo" pitchFamily="2" charset="0"/>
                    <a:ea typeface="思源黑体 CN" panose="020B0500000000000000" pitchFamily="34" charset="-122"/>
                  </a:endParaRPr>
                </a:p>
              </p:txBody>
            </p:sp>
          </p:grp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D965B9D-CA4C-D318-6AF7-9D90E5D6C152}"/>
                  </a:ext>
                </a:extLst>
              </p:cNvPr>
              <p:cNvSpPr/>
              <p:nvPr/>
            </p:nvSpPr>
            <p:spPr>
              <a:xfrm>
                <a:off x="7308890" y="0"/>
                <a:ext cx="1078025" cy="2160000"/>
              </a:xfrm>
              <a:prstGeom prst="rect">
                <a:avLst/>
              </a:prstGeom>
              <a:gradFill flip="none" rotWithShape="1">
                <a:gsLst>
                  <a:gs pos="5000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C3FBC3F2-9A72-DB60-B025-BA455FAC4B18}"/>
                  </a:ext>
                </a:extLst>
              </p:cNvPr>
              <p:cNvSpPr/>
              <p:nvPr/>
            </p:nvSpPr>
            <p:spPr>
              <a:xfrm rot="10800000">
                <a:off x="8386915" y="0"/>
                <a:ext cx="1078025" cy="2160000"/>
              </a:xfrm>
              <a:prstGeom prst="rect">
                <a:avLst/>
              </a:prstGeom>
              <a:gradFill flip="none" rotWithShape="1">
                <a:gsLst>
                  <a:gs pos="5000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535A660-603B-1DB5-224D-3C1E7E9C24A8}"/>
                </a:ext>
              </a:extLst>
            </p:cNvPr>
            <p:cNvSpPr txBox="1"/>
            <p:nvPr/>
          </p:nvSpPr>
          <p:spPr>
            <a:xfrm>
              <a:off x="7569494" y="2203253"/>
              <a:ext cx="16417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Exo" pitchFamily="2" charset="0"/>
                </a:rPr>
                <a:t>Moon</a:t>
              </a:r>
              <a:r>
                <a:rPr lang="en-US" altLang="zh-CN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Exo" pitchFamily="2" charset="0"/>
                </a:rPr>
                <a:t>heart</a:t>
              </a:r>
            </a:p>
            <a:p>
              <a:pPr algn="ctr"/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(Moon</a:t>
              </a:r>
              <a:r>
                <a: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的中间</a:t>
              </a:r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)</a:t>
              </a:r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766A247-2ECF-E11B-E1C6-C41D1780CFD1}"/>
                </a:ext>
              </a:extLst>
            </p:cNvPr>
            <p:cNvGrpSpPr/>
            <p:nvPr/>
          </p:nvGrpSpPr>
          <p:grpSpPr>
            <a:xfrm>
              <a:off x="2427175" y="2965687"/>
              <a:ext cx="2160000" cy="2160000"/>
              <a:chOff x="7404398" y="483376"/>
              <a:chExt cx="2160000" cy="2160000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E1079EF3-7628-32BF-4519-A79ABDD89309}"/>
                  </a:ext>
                </a:extLst>
              </p:cNvPr>
              <p:cNvSpPr/>
              <p:nvPr/>
            </p:nvSpPr>
            <p:spPr>
              <a:xfrm>
                <a:off x="7404398" y="483376"/>
                <a:ext cx="2160000" cy="21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6D3E3E5-3431-17D0-CED5-81CA104D47A6}"/>
                  </a:ext>
                </a:extLst>
              </p:cNvPr>
              <p:cNvSpPr txBox="1"/>
              <p:nvPr/>
            </p:nvSpPr>
            <p:spPr>
              <a:xfrm>
                <a:off x="7809736" y="1202626"/>
                <a:ext cx="1349324" cy="83099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800" b="1">
                    <a:solidFill>
                      <a:srgbClr val="00FFFF"/>
                    </a:solidFill>
                    <a:latin typeface="Exo" pitchFamily="2" charset="0"/>
                    <a:ea typeface="思源黑体 CN" panose="020B0500000000000000" pitchFamily="34" charset="-122"/>
                  </a:rPr>
                  <a:t>INE</a:t>
                </a:r>
                <a:endParaRPr lang="zh-CN" altLang="en-US" sz="4800" b="1">
                  <a:solidFill>
                    <a:srgbClr val="00FFFF"/>
                  </a:solidFill>
                  <a:latin typeface="Exo" pitchFamily="2" charset="0"/>
                  <a:ea typeface="思源黑体 CN" panose="020B0500000000000000" pitchFamily="34" charset="-122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ED57E4B-F2AF-E76C-D403-B73E834168DA}"/>
                </a:ext>
              </a:extLst>
            </p:cNvPr>
            <p:cNvSpPr txBox="1"/>
            <p:nvPr/>
          </p:nvSpPr>
          <p:spPr>
            <a:xfrm>
              <a:off x="2959885" y="5178682"/>
              <a:ext cx="1037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00FFFF"/>
                  </a:solidFill>
                  <a:latin typeface="Exo" pitchFamily="2" charset="0"/>
                </a:rPr>
                <a:t>Cyan</a:t>
              </a:r>
              <a:r>
                <a:rPr lang="en-US" altLang="zh-CN" b="1">
                  <a:latin typeface="Exo" pitchFamily="2" charset="0"/>
                </a:rPr>
                <a:t>ine</a:t>
              </a:r>
              <a:endParaRPr lang="zh-CN" altLang="en-US" b="1">
                <a:latin typeface="Exo" pitchFamily="2" charset="0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E474C238-8BF6-EC7A-59D3-A5F4ED4186FE}"/>
                </a:ext>
              </a:extLst>
            </p:cNvPr>
            <p:cNvSpPr txBox="1"/>
            <p:nvPr/>
          </p:nvSpPr>
          <p:spPr>
            <a:xfrm>
              <a:off x="5477172" y="5171441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Exo" pitchFamily="2" charset="0"/>
                </a:rPr>
                <a:t>In </a:t>
              </a:r>
              <a:r>
                <a:rPr lang="en-US" altLang="zh-CN" b="1">
                  <a:solidFill>
                    <a:srgbClr val="339933"/>
                  </a:solidFill>
                  <a:latin typeface="Exo" pitchFamily="2" charset="0"/>
                </a:rPr>
                <a:t>Vain</a:t>
              </a:r>
              <a:endParaRPr lang="zh-CN" altLang="en-US" b="1">
                <a:solidFill>
                  <a:srgbClr val="339933"/>
                </a:solidFill>
                <a:latin typeface="Exo" pitchFamily="2" charset="0"/>
              </a:endParaRPr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71C7DAC6-6C41-C21D-939D-02CCEA6B6009}"/>
                </a:ext>
              </a:extLst>
            </p:cNvPr>
            <p:cNvGrpSpPr/>
            <p:nvPr/>
          </p:nvGrpSpPr>
          <p:grpSpPr>
            <a:xfrm>
              <a:off x="7310392" y="2969302"/>
              <a:ext cx="2160000" cy="2160000"/>
              <a:chOff x="7336938" y="3095486"/>
              <a:chExt cx="2160000" cy="2160000"/>
            </a:xfrm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F7265BF4-C762-7BD4-F15C-5C9A9427B925}"/>
                  </a:ext>
                </a:extLst>
              </p:cNvPr>
              <p:cNvSpPr/>
              <p:nvPr/>
            </p:nvSpPr>
            <p:spPr>
              <a:xfrm>
                <a:off x="7336938" y="3095486"/>
                <a:ext cx="2160000" cy="2160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B672C17-0B35-ED80-9306-3D17928B0A29}"/>
                  </a:ext>
                </a:extLst>
              </p:cNvPr>
              <p:cNvSpPr txBox="1"/>
              <p:nvPr/>
            </p:nvSpPr>
            <p:spPr>
              <a:xfrm>
                <a:off x="7534980" y="3978268"/>
                <a:ext cx="176391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800" b="1">
                    <a:latin typeface="Exo" pitchFamily="2" charset="0"/>
                  </a:rPr>
                  <a:t>T </a:t>
                </a:r>
                <a:r>
                  <a:rPr lang="en-US" altLang="zh-CN" sz="4800" b="1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Exo" pitchFamily="2" charset="0"/>
                  </a:rPr>
                  <a:t>U</a:t>
                </a:r>
                <a:r>
                  <a:rPr lang="en-US" altLang="zh-CN" sz="4800" b="1">
                    <a:latin typeface="Exo" pitchFamily="2" charset="0"/>
                  </a:rPr>
                  <a:t> V</a:t>
                </a:r>
                <a:endParaRPr lang="zh-CN" altLang="en-US" sz="4800" b="1">
                  <a:latin typeface="Exo" pitchFamily="2" charset="0"/>
                </a:endParaRPr>
              </a:p>
            </p:txBody>
          </p: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8A9C44EA-97B6-546F-C829-B4272EE48CFC}"/>
                  </a:ext>
                </a:extLst>
              </p:cNvPr>
              <p:cNvCxnSpPr/>
              <p:nvPr/>
            </p:nvCxnSpPr>
            <p:spPr>
              <a:xfrm>
                <a:off x="7842822" y="3596148"/>
                <a:ext cx="0" cy="398347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箭头连接符 82">
                <a:extLst>
                  <a:ext uri="{FF2B5EF4-FFF2-40B4-BE49-F238E27FC236}">
                    <a16:creationId xmlns:a16="http://schemas.microsoft.com/office/drawing/2014/main" id="{A3A8C4D0-2604-DF56-9F72-899095666688}"/>
                  </a:ext>
                </a:extLst>
              </p:cNvPr>
              <p:cNvCxnSpPr/>
              <p:nvPr/>
            </p:nvCxnSpPr>
            <p:spPr>
              <a:xfrm>
                <a:off x="8955342" y="3596148"/>
                <a:ext cx="0" cy="398347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DCA9FF2-30CD-D2F3-DE28-A0EFEAFF627E}"/>
                </a:ext>
              </a:extLst>
            </p:cNvPr>
            <p:cNvSpPr txBox="1"/>
            <p:nvPr/>
          </p:nvSpPr>
          <p:spPr>
            <a:xfrm>
              <a:off x="7718477" y="5166327"/>
              <a:ext cx="139692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Exo" pitchFamily="2" charset="0"/>
                  <a:ea typeface="思源黑体 CN" panose="020B0500000000000000" pitchFamily="34" charset="-122"/>
                </a:rPr>
                <a:t>next to </a:t>
              </a:r>
              <a:r>
                <a:rPr lang="en-US" altLang="zh-CN" b="1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Exo" pitchFamily="2" charset="0"/>
                  <a:ea typeface="思源黑体 CN" panose="020B0500000000000000" pitchFamily="34" charset="-122"/>
                </a:rPr>
                <a:t>you</a:t>
              </a:r>
            </a:p>
            <a:p>
              <a:pPr algn="ctr"/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(U</a:t>
              </a:r>
              <a:r>
                <a: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谐音</a:t>
              </a:r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you)</a:t>
              </a:r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31AA1C52-099F-2E4A-6478-753F296F2F12}"/>
                </a:ext>
              </a:extLst>
            </p:cNvPr>
            <p:cNvGrpSpPr/>
            <p:nvPr/>
          </p:nvGrpSpPr>
          <p:grpSpPr>
            <a:xfrm>
              <a:off x="9735475" y="0"/>
              <a:ext cx="2160000" cy="2160000"/>
              <a:chOff x="9735475" y="0"/>
              <a:chExt cx="2160000" cy="2160000"/>
            </a:xfrm>
          </p:grpSpPr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91793CFC-D4B4-60B5-AAAC-29C0476DABDE}"/>
                  </a:ext>
                </a:extLst>
              </p:cNvPr>
              <p:cNvSpPr/>
              <p:nvPr/>
            </p:nvSpPr>
            <p:spPr>
              <a:xfrm>
                <a:off x="9735475" y="0"/>
                <a:ext cx="2160000" cy="21600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15508FA0-BFAE-526A-F2E9-8C824F4E4FC9}"/>
                  </a:ext>
                </a:extLst>
              </p:cNvPr>
              <p:cNvGrpSpPr/>
              <p:nvPr/>
            </p:nvGrpSpPr>
            <p:grpSpPr>
              <a:xfrm>
                <a:off x="9956741" y="348310"/>
                <a:ext cx="1724910" cy="1399864"/>
                <a:chOff x="9894658" y="2795486"/>
                <a:chExt cx="1963151" cy="1593210"/>
              </a:xfrm>
            </p:grpSpPr>
            <p:pic>
              <p:nvPicPr>
                <p:cNvPr id="94" name="图片 93">
                  <a:extLst>
                    <a:ext uri="{FF2B5EF4-FFF2-40B4-BE49-F238E27FC236}">
                      <a16:creationId xmlns:a16="http://schemas.microsoft.com/office/drawing/2014/main" id="{F66EF97D-91F8-F107-39CA-22B3B2F684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42130"/>
                <a:stretch>
                  <a:fillRect/>
                </a:stretch>
              </p:blipFill>
              <p:spPr>
                <a:xfrm>
                  <a:off x="9894658" y="2795486"/>
                  <a:ext cx="920817" cy="1585097"/>
                </a:xfrm>
                <a:prstGeom prst="rect">
                  <a:avLst/>
                </a:prstGeom>
              </p:spPr>
            </p:pic>
            <p:pic>
              <p:nvPicPr>
                <p:cNvPr id="96" name="图片 95">
                  <a:extLst>
                    <a:ext uri="{FF2B5EF4-FFF2-40B4-BE49-F238E27FC236}">
                      <a16:creationId xmlns:a16="http://schemas.microsoft.com/office/drawing/2014/main" id="{303D268F-7604-FB8F-B26A-D84E020C82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58114"/>
                <a:stretch>
                  <a:fillRect/>
                </a:stretch>
              </p:blipFill>
              <p:spPr>
                <a:xfrm>
                  <a:off x="11191331" y="2803599"/>
                  <a:ext cx="666478" cy="1585097"/>
                </a:xfrm>
                <a:prstGeom prst="rect">
                  <a:avLst/>
                </a:prstGeom>
              </p:spPr>
            </p:pic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384C9A68-6EFF-5DFC-E0CE-3A00E3488200}"/>
                    </a:ext>
                  </a:extLst>
                </p:cNvPr>
                <p:cNvSpPr txBox="1"/>
                <p:nvPr/>
              </p:nvSpPr>
              <p:spPr>
                <a:xfrm>
                  <a:off x="10773586" y="3244836"/>
                  <a:ext cx="457576" cy="80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4000" b="1">
                      <a:latin typeface="Exo" pitchFamily="2" charset="0"/>
                    </a:rPr>
                    <a:t>T</a:t>
                  </a:r>
                  <a:endParaRPr lang="zh-CN" altLang="en-US" sz="4000" b="1">
                    <a:latin typeface="Exo" pitchFamily="2" charset="0"/>
                  </a:endParaRPr>
                </a:p>
              </p:txBody>
            </p:sp>
          </p:grp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64F17E2B-A06F-968A-EEF6-4748D03DBE87}"/>
                </a:ext>
              </a:extLst>
            </p:cNvPr>
            <p:cNvSpPr txBox="1"/>
            <p:nvPr/>
          </p:nvSpPr>
          <p:spPr>
            <a:xfrm>
              <a:off x="10322742" y="2195157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chemeClr val="accent3">
                      <a:lumMod val="75000"/>
                    </a:schemeClr>
                  </a:solidFill>
                  <a:latin typeface="Exo" pitchFamily="2" charset="0"/>
                </a:rPr>
                <a:t>ViR</a:t>
              </a:r>
              <a:r>
                <a:rPr lang="en-US" altLang="zh-CN" b="1">
                  <a:latin typeface="Exo" pitchFamily="2" charset="0"/>
                </a:rPr>
                <a:t>T</a:t>
              </a:r>
              <a:r>
                <a:rPr lang="en-US" altLang="zh-CN" b="1">
                  <a:solidFill>
                    <a:schemeClr val="accent3">
                      <a:lumMod val="75000"/>
                    </a:schemeClr>
                  </a:solidFill>
                  <a:latin typeface="Exo" pitchFamily="2" charset="0"/>
                </a:rPr>
                <a:t>US</a:t>
              </a:r>
            </a:p>
          </p:txBody>
        </p: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E3ECEB5A-DCB8-6F1E-0CDB-020E0752A050}"/>
                </a:ext>
              </a:extLst>
            </p:cNvPr>
            <p:cNvGrpSpPr/>
            <p:nvPr/>
          </p:nvGrpSpPr>
          <p:grpSpPr>
            <a:xfrm>
              <a:off x="9735475" y="2969302"/>
              <a:ext cx="2160000" cy="2160000"/>
              <a:chOff x="9764113" y="3095486"/>
              <a:chExt cx="2160000" cy="2160000"/>
            </a:xfrm>
          </p:grpSpPr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F4C4C98A-10AE-A1E9-2111-3B14FB4EEC86}"/>
                  </a:ext>
                </a:extLst>
              </p:cNvPr>
              <p:cNvSpPr/>
              <p:nvPr/>
            </p:nvSpPr>
            <p:spPr>
              <a:xfrm>
                <a:off x="9764113" y="3095486"/>
                <a:ext cx="2160000" cy="2160000"/>
              </a:xfrm>
              <a:prstGeom prst="rect">
                <a:avLst/>
              </a:prstGeom>
              <a:solidFill>
                <a:srgbClr val="F4CD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8EAE1867-AC05-3A66-5AFF-2F16EF3F4DD8}"/>
                  </a:ext>
                </a:extLst>
              </p:cNvPr>
              <p:cNvSpPr txBox="1"/>
              <p:nvPr/>
            </p:nvSpPr>
            <p:spPr>
              <a:xfrm>
                <a:off x="9937435" y="3300723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AEL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ACE135A7-C521-6368-CCBC-A3B82879C721}"/>
                  </a:ext>
                </a:extLst>
              </p:cNvPr>
              <p:cNvSpPr txBox="1"/>
              <p:nvPr/>
            </p:nvSpPr>
            <p:spPr>
              <a:xfrm>
                <a:off x="9923882" y="3942591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EAL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ECD32B99-47E5-A95F-4546-0D2B8727E359}"/>
                  </a:ext>
                </a:extLst>
              </p:cNvPr>
              <p:cNvSpPr txBox="1"/>
              <p:nvPr/>
            </p:nvSpPr>
            <p:spPr>
              <a:xfrm>
                <a:off x="10847834" y="3607355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ELA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84BC87D2-F0A1-F4C4-1487-51D5FFA70812}"/>
                  </a:ext>
                </a:extLst>
              </p:cNvPr>
              <p:cNvSpPr txBox="1"/>
              <p:nvPr/>
            </p:nvSpPr>
            <p:spPr>
              <a:xfrm>
                <a:off x="9937435" y="4584459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LAE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EF589B75-B5A1-40CB-CAE5-64DDBFF5AE88}"/>
                  </a:ext>
                </a:extLst>
              </p:cNvPr>
              <p:cNvSpPr txBox="1"/>
              <p:nvPr/>
            </p:nvSpPr>
            <p:spPr>
              <a:xfrm>
                <a:off x="10862718" y="4278501"/>
                <a:ext cx="9300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690086"/>
                    </a:solidFill>
                    <a:latin typeface="Exo" pitchFamily="2" charset="0"/>
                  </a:rPr>
                  <a:t>LEA</a:t>
                </a:r>
                <a:endParaRPr lang="zh-CN" altLang="en-US" sz="3200" b="1">
                  <a:solidFill>
                    <a:srgbClr val="690086"/>
                  </a:solidFill>
                  <a:latin typeface="Exo" pitchFamily="2" charset="0"/>
                </a:endParaRPr>
              </a:p>
            </p:txBody>
          </p:sp>
        </p:grp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15323338-0570-1524-F07A-ED370776AD0F}"/>
                </a:ext>
              </a:extLst>
            </p:cNvPr>
            <p:cNvSpPr txBox="1"/>
            <p:nvPr/>
          </p:nvSpPr>
          <p:spPr>
            <a:xfrm>
              <a:off x="10250935" y="5173259"/>
              <a:ext cx="12057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Exo" pitchFamily="2" charset="0"/>
                </a:rPr>
                <a:t>Alter</a:t>
              </a:r>
              <a:r>
                <a:rPr lang="en-US" altLang="zh-CN" b="1">
                  <a:solidFill>
                    <a:srgbClr val="690086"/>
                  </a:solidFill>
                  <a:latin typeface="Exo" pitchFamily="2" charset="0"/>
                </a:rPr>
                <a:t>Ale</a:t>
              </a:r>
            </a:p>
            <a:p>
              <a:pPr algn="ctr"/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</a:t>
              </a:r>
              <a:r>
                <a: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改变</a:t>
              </a:r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ALE)</a:t>
              </a:r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644AA4E5-15C3-2334-1F98-8929B96959BF}"/>
                </a:ext>
              </a:extLst>
            </p:cNvPr>
            <p:cNvGrpSpPr/>
            <p:nvPr/>
          </p:nvGrpSpPr>
          <p:grpSpPr>
            <a:xfrm>
              <a:off x="4854350" y="2965687"/>
              <a:ext cx="2160000" cy="2160000"/>
              <a:chOff x="4854350" y="2837871"/>
              <a:chExt cx="2160000" cy="2160000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4AFD9A52-5A9F-A46F-9AC2-41515185961A}"/>
                  </a:ext>
                </a:extLst>
              </p:cNvPr>
              <p:cNvSpPr/>
              <p:nvPr/>
            </p:nvSpPr>
            <p:spPr>
              <a:xfrm>
                <a:off x="4854350" y="2837871"/>
                <a:ext cx="2160000" cy="2160000"/>
              </a:xfrm>
              <a:prstGeom prst="rect">
                <a:avLst/>
              </a:prstGeom>
              <a:solidFill>
                <a:srgbClr val="D4FF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D9D0B442-A3B5-2CE3-955B-D1E5C96B2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6074" t="24069" r="38593" b="38593"/>
              <a:stretch>
                <a:fillRect/>
              </a:stretch>
            </p:blipFill>
            <p:spPr>
              <a:xfrm>
                <a:off x="4953919" y="2943111"/>
                <a:ext cx="293491" cy="1944000"/>
              </a:xfrm>
              <a:prstGeom prst="rect">
                <a:avLst/>
              </a:prstGeom>
            </p:spPr>
          </p:pic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DE16EA08-BB24-121E-1AF8-BC34F983CB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4912" t="23953" r="36741" b="38743"/>
              <a:stretch>
                <a:fillRect/>
              </a:stretch>
            </p:blipFill>
            <p:spPr>
              <a:xfrm rot="5400000">
                <a:off x="5783376" y="2116904"/>
                <a:ext cx="293492" cy="1944000"/>
              </a:xfrm>
              <a:prstGeom prst="rect">
                <a:avLst/>
              </a:prstGeom>
            </p:spPr>
          </p:pic>
          <p:pic>
            <p:nvPicPr>
              <p:cNvPr id="67" name="图片 66">
                <a:extLst>
                  <a:ext uri="{FF2B5EF4-FFF2-40B4-BE49-F238E27FC236}">
                    <a16:creationId xmlns:a16="http://schemas.microsoft.com/office/drawing/2014/main" id="{12D97D2C-8EE5-0D00-7B70-5BE362AE7E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33274" t="24184" r="46991" b="38255"/>
              <a:stretch>
                <a:fillRect/>
              </a:stretch>
            </p:blipFill>
            <p:spPr>
              <a:xfrm rot="10800000">
                <a:off x="6618307" y="2942158"/>
                <a:ext cx="293491" cy="1944002"/>
              </a:xfrm>
              <a:prstGeom prst="rect">
                <a:avLst/>
              </a:prstGeom>
            </p:spPr>
          </p:pic>
          <p:pic>
            <p:nvPicPr>
              <p:cNvPr id="71" name="图片 70">
                <a:extLst>
                  <a:ext uri="{FF2B5EF4-FFF2-40B4-BE49-F238E27FC236}">
                    <a16:creationId xmlns:a16="http://schemas.microsoft.com/office/drawing/2014/main" id="{5957D2C6-2C5A-110F-3749-2A14CACDC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6908" t="23953" r="38500" b="38743"/>
              <a:stretch>
                <a:fillRect/>
              </a:stretch>
            </p:blipFill>
            <p:spPr>
              <a:xfrm rot="16200000">
                <a:off x="5793052" y="3761563"/>
                <a:ext cx="293492" cy="1944001"/>
              </a:xfrm>
              <a:prstGeom prst="rect">
                <a:avLst/>
              </a:prstGeom>
            </p:spPr>
          </p:pic>
          <p:grpSp>
            <p:nvGrpSpPr>
              <p:cNvPr id="129" name="组合 128">
                <a:extLst>
                  <a:ext uri="{FF2B5EF4-FFF2-40B4-BE49-F238E27FC236}">
                    <a16:creationId xmlns:a16="http://schemas.microsoft.com/office/drawing/2014/main" id="{90C75DFD-2ED2-AF66-7E99-B14509C14EF6}"/>
                  </a:ext>
                </a:extLst>
              </p:cNvPr>
              <p:cNvGrpSpPr/>
              <p:nvPr/>
            </p:nvGrpSpPr>
            <p:grpSpPr>
              <a:xfrm>
                <a:off x="5667127" y="3638505"/>
                <a:ext cx="556957" cy="558731"/>
                <a:chOff x="5750038" y="5684842"/>
                <a:chExt cx="728978" cy="731300"/>
              </a:xfrm>
              <a:solidFill>
                <a:srgbClr val="339933"/>
              </a:solidFill>
            </p:grpSpPr>
            <p:sp>
              <p:nvSpPr>
                <p:cNvPr id="122" name="箭头: 下 121">
                  <a:extLst>
                    <a:ext uri="{FF2B5EF4-FFF2-40B4-BE49-F238E27FC236}">
                      <a16:creationId xmlns:a16="http://schemas.microsoft.com/office/drawing/2014/main" id="{5F2F1CD3-CA0A-1CCF-B2AB-1AC572E61BB5}"/>
                    </a:ext>
                  </a:extLst>
                </p:cNvPr>
                <p:cNvSpPr/>
                <p:nvPr/>
              </p:nvSpPr>
              <p:spPr>
                <a:xfrm rot="18900000">
                  <a:off x="5819132" y="5684842"/>
                  <a:ext cx="231148" cy="369332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" name="箭头: 下 123">
                  <a:extLst>
                    <a:ext uri="{FF2B5EF4-FFF2-40B4-BE49-F238E27FC236}">
                      <a16:creationId xmlns:a16="http://schemas.microsoft.com/office/drawing/2014/main" id="{15B411D3-A105-61AC-C5CA-612DAB4C1E1F}"/>
                    </a:ext>
                  </a:extLst>
                </p:cNvPr>
                <p:cNvSpPr/>
                <p:nvPr/>
              </p:nvSpPr>
              <p:spPr>
                <a:xfrm rot="2700000">
                  <a:off x="6178776" y="5684841"/>
                  <a:ext cx="231148" cy="369332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" name="箭头: 下 125">
                  <a:extLst>
                    <a:ext uri="{FF2B5EF4-FFF2-40B4-BE49-F238E27FC236}">
                      <a16:creationId xmlns:a16="http://schemas.microsoft.com/office/drawing/2014/main" id="{885177A4-8FD1-8226-26CD-8DEAB7D9F8EE}"/>
                    </a:ext>
                  </a:extLst>
                </p:cNvPr>
                <p:cNvSpPr/>
                <p:nvPr/>
              </p:nvSpPr>
              <p:spPr>
                <a:xfrm rot="2700000" flipV="1">
                  <a:off x="5819130" y="6046811"/>
                  <a:ext cx="231148" cy="369332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" name="箭头: 下 127">
                  <a:extLst>
                    <a:ext uri="{FF2B5EF4-FFF2-40B4-BE49-F238E27FC236}">
                      <a16:creationId xmlns:a16="http://schemas.microsoft.com/office/drawing/2014/main" id="{48A54F7F-705F-AD56-407A-05EDDA26E3E4}"/>
                    </a:ext>
                  </a:extLst>
                </p:cNvPr>
                <p:cNvSpPr/>
                <p:nvPr/>
              </p:nvSpPr>
              <p:spPr>
                <a:xfrm rot="18900000" flipV="1">
                  <a:off x="6178774" y="6046810"/>
                  <a:ext cx="231148" cy="369332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529246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484318E0-99ED-6395-5EF6-6C0349F612C1}"/>
              </a:ext>
            </a:extLst>
          </p:cNvPr>
          <p:cNvGrpSpPr/>
          <p:nvPr/>
        </p:nvGrpSpPr>
        <p:grpSpPr>
          <a:xfrm>
            <a:off x="551593" y="-1"/>
            <a:ext cx="11088813" cy="5362030"/>
            <a:chOff x="551593" y="-1"/>
            <a:chExt cx="11088813" cy="5362030"/>
          </a:xfrm>
        </p:grpSpPr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5D4B8CD4-992F-FF28-D6CD-211030E14767}"/>
                </a:ext>
              </a:extLst>
            </p:cNvPr>
            <p:cNvSpPr/>
            <p:nvPr/>
          </p:nvSpPr>
          <p:spPr>
            <a:xfrm>
              <a:off x="551593" y="1"/>
              <a:ext cx="11088813" cy="5362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CFE6838-EE2F-6993-3BCC-2EFBF35D0718}"/>
                </a:ext>
              </a:extLst>
            </p:cNvPr>
            <p:cNvSpPr/>
            <p:nvPr/>
          </p:nvSpPr>
          <p:spPr>
            <a:xfrm>
              <a:off x="4836000" y="2842028"/>
              <a:ext cx="2520000" cy="2520000"/>
            </a:xfrm>
            <a:prstGeom prst="rect">
              <a:avLst/>
            </a:prstGeom>
            <a:solidFill>
              <a:srgbClr val="FFE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6D805B6D-EB12-A31E-343E-7CB585044881}"/>
                </a:ext>
              </a:extLst>
            </p:cNvPr>
            <p:cNvGrpSpPr/>
            <p:nvPr/>
          </p:nvGrpSpPr>
          <p:grpSpPr>
            <a:xfrm>
              <a:off x="7692271" y="2842028"/>
              <a:ext cx="2520000" cy="2520000"/>
              <a:chOff x="7692271" y="3166492"/>
              <a:chExt cx="2520000" cy="2520000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7D30DDB-F8ED-A237-7904-DCBD977B8492}"/>
                  </a:ext>
                </a:extLst>
              </p:cNvPr>
              <p:cNvSpPr/>
              <p:nvPr/>
            </p:nvSpPr>
            <p:spPr>
              <a:xfrm>
                <a:off x="7692271" y="3166492"/>
                <a:ext cx="2520000" cy="25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A71C37FB-016E-D00E-D6F6-ECC0AB44D4B4}"/>
                  </a:ext>
                </a:extLst>
              </p:cNvPr>
              <p:cNvGrpSpPr/>
              <p:nvPr/>
            </p:nvGrpSpPr>
            <p:grpSpPr>
              <a:xfrm>
                <a:off x="8347942" y="3747258"/>
                <a:ext cx="1208655" cy="1358467"/>
                <a:chOff x="5452695" y="2438399"/>
                <a:chExt cx="1208655" cy="1358467"/>
              </a:xfrm>
            </p:grpSpPr>
            <p:pic>
              <p:nvPicPr>
                <p:cNvPr id="42" name="图片 41">
                  <a:extLst>
                    <a:ext uri="{FF2B5EF4-FFF2-40B4-BE49-F238E27FC236}">
                      <a16:creationId xmlns:a16="http://schemas.microsoft.com/office/drawing/2014/main" id="{E556D8F5-3129-D69A-A941-44F67385A9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26910" t="17824" r="50957" b="38051"/>
                <a:stretch>
                  <a:fillRect/>
                </a:stretch>
              </p:blipFill>
              <p:spPr>
                <a:xfrm>
                  <a:off x="5452695" y="2438399"/>
                  <a:ext cx="616636" cy="1358467"/>
                </a:xfrm>
                <a:prstGeom prst="rect">
                  <a:avLst/>
                </a:prstGeom>
              </p:spPr>
            </p:pic>
            <p:pic>
              <p:nvPicPr>
                <p:cNvPr id="44" name="图片 43">
                  <a:extLst>
                    <a:ext uri="{FF2B5EF4-FFF2-40B4-BE49-F238E27FC236}">
                      <a16:creationId xmlns:a16="http://schemas.microsoft.com/office/drawing/2014/main" id="{D0D0A242-641A-9C7C-96C0-3071900DCA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49136" t="17825" r="29568" b="38051"/>
                <a:stretch>
                  <a:fillRect/>
                </a:stretch>
              </p:blipFill>
              <p:spPr>
                <a:xfrm>
                  <a:off x="6069330" y="2438400"/>
                  <a:ext cx="592020" cy="135846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7FCCAAF2-5D40-29AA-2F77-01C528C54CFF}"/>
                </a:ext>
              </a:extLst>
            </p:cNvPr>
            <p:cNvGrpSpPr/>
            <p:nvPr/>
          </p:nvGrpSpPr>
          <p:grpSpPr>
            <a:xfrm>
              <a:off x="9120406" y="-1"/>
              <a:ext cx="2520000" cy="2520000"/>
              <a:chOff x="9120406" y="-1"/>
              <a:chExt cx="2520000" cy="2520000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E1C2081-E6C0-63B1-3C9B-15FF722BA933}"/>
                  </a:ext>
                </a:extLst>
              </p:cNvPr>
              <p:cNvSpPr/>
              <p:nvPr/>
            </p:nvSpPr>
            <p:spPr>
              <a:xfrm>
                <a:off x="9120406" y="-1"/>
                <a:ext cx="2520000" cy="2520000"/>
              </a:xfrm>
              <a:prstGeom prst="rect">
                <a:avLst/>
              </a:prstGeom>
              <a:solidFill>
                <a:srgbClr val="F3CD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C0BD4CDE-4DEF-8213-F90E-2989969D98E0}"/>
                  </a:ext>
                </a:extLst>
              </p:cNvPr>
              <p:cNvSpPr txBox="1"/>
              <p:nvPr/>
            </p:nvSpPr>
            <p:spPr>
              <a:xfrm>
                <a:off x="9422450" y="875278"/>
                <a:ext cx="191590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400" b="1">
                    <a:solidFill>
                      <a:srgbClr val="3200D2"/>
                    </a:solidFill>
                    <a:latin typeface="Exo" pitchFamily="2" charset="0"/>
                  </a:rPr>
                  <a:t>A</a:t>
                </a:r>
                <a:r>
                  <a:rPr lang="en-US" altLang="zh-CN" sz="4400" b="1">
                    <a:solidFill>
                      <a:srgbClr val="B0006D"/>
                    </a:solidFill>
                    <a:latin typeface="Exo" pitchFamily="2" charset="0"/>
                  </a:rPr>
                  <a:t>MIR</a:t>
                </a:r>
                <a:r>
                  <a:rPr lang="en-US" altLang="zh-CN" sz="4400" b="1">
                    <a:solidFill>
                      <a:srgbClr val="3200D2"/>
                    </a:solidFill>
                    <a:latin typeface="Exo" pitchFamily="2" charset="0"/>
                  </a:rPr>
                  <a:t>E</a:t>
                </a:r>
                <a:endParaRPr lang="zh-CN" altLang="en-US" sz="4400" b="1">
                  <a:solidFill>
                    <a:srgbClr val="3200D2"/>
                  </a:solidFill>
                  <a:latin typeface="Exo" pitchFamily="2" charset="0"/>
                </a:endParaRPr>
              </a:p>
            </p:txBody>
          </p: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F67C8941-684E-1AF5-0ECC-0948A53B7AB3}"/>
                </a:ext>
              </a:extLst>
            </p:cNvPr>
            <p:cNvGrpSpPr/>
            <p:nvPr/>
          </p:nvGrpSpPr>
          <p:grpSpPr>
            <a:xfrm>
              <a:off x="551593" y="-1"/>
              <a:ext cx="2520000" cy="2520000"/>
              <a:chOff x="551593" y="-1"/>
              <a:chExt cx="2520000" cy="252000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FC170E8-BF5F-E573-D109-45DA25E4C1BF}"/>
                  </a:ext>
                </a:extLst>
              </p:cNvPr>
              <p:cNvSpPr/>
              <p:nvPr/>
            </p:nvSpPr>
            <p:spPr>
              <a:xfrm>
                <a:off x="551593" y="-1"/>
                <a:ext cx="2520000" cy="2520000"/>
              </a:xfrm>
              <a:prstGeom prst="rect">
                <a:avLst/>
              </a:prstGeom>
              <a:solidFill>
                <a:srgbClr val="FFEC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7D538899-9764-83C0-9318-A0F39EBA9E9B}"/>
                  </a:ext>
                </a:extLst>
              </p:cNvPr>
              <p:cNvGrpSpPr/>
              <p:nvPr/>
            </p:nvGrpSpPr>
            <p:grpSpPr>
              <a:xfrm>
                <a:off x="1167820" y="117127"/>
                <a:ext cx="1287546" cy="2285741"/>
                <a:chOff x="-224328" y="973393"/>
                <a:chExt cx="2520000" cy="4473678"/>
              </a:xfrm>
            </p:grpSpPr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1A185201-86D0-7CE9-F9BE-751C3C82755D}"/>
                    </a:ext>
                  </a:extLst>
                </p:cNvPr>
                <p:cNvSpPr/>
                <p:nvPr/>
              </p:nvSpPr>
              <p:spPr>
                <a:xfrm>
                  <a:off x="-224328" y="1116467"/>
                  <a:ext cx="2520000" cy="4041058"/>
                </a:xfrm>
                <a:prstGeom prst="rect">
                  <a:avLst/>
                </a:prstGeom>
                <a:solidFill>
                  <a:srgbClr val="FF962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730360EE-A0BD-1DB8-C422-FA67C90A57F1}"/>
                    </a:ext>
                  </a:extLst>
                </p:cNvPr>
                <p:cNvSpPr/>
                <p:nvPr/>
              </p:nvSpPr>
              <p:spPr>
                <a:xfrm>
                  <a:off x="-224328" y="973393"/>
                  <a:ext cx="2520000" cy="16177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1A689FCA-C284-A49B-6960-CCB1BDD2144E}"/>
                    </a:ext>
                  </a:extLst>
                </p:cNvPr>
                <p:cNvSpPr/>
                <p:nvPr/>
              </p:nvSpPr>
              <p:spPr>
                <a:xfrm>
                  <a:off x="-224328" y="5157525"/>
                  <a:ext cx="2520000" cy="289546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流程图: 手动操作 51">
                  <a:extLst>
                    <a:ext uri="{FF2B5EF4-FFF2-40B4-BE49-F238E27FC236}">
                      <a16:creationId xmlns:a16="http://schemas.microsoft.com/office/drawing/2014/main" id="{545AB9D7-BAF3-FFCD-1DA7-1B6C21F2B551}"/>
                    </a:ext>
                  </a:extLst>
                </p:cNvPr>
                <p:cNvSpPr/>
                <p:nvPr/>
              </p:nvSpPr>
              <p:spPr>
                <a:xfrm>
                  <a:off x="-26329" y="2608594"/>
                  <a:ext cx="2131576" cy="1183134"/>
                </a:xfrm>
                <a:prstGeom prst="flowChartManualOperation">
                  <a:avLst/>
                </a:prstGeom>
                <a:solidFill>
                  <a:srgbClr val="01268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2400">
                      <a:latin typeface="Exo Black" pitchFamily="2" charset="0"/>
                    </a:rPr>
                    <a:t>YYYYY</a:t>
                  </a:r>
                </a:p>
                <a:p>
                  <a:pPr algn="ctr"/>
                  <a:endParaRPr lang="zh-CN" altLang="en-US" sz="1400">
                    <a:latin typeface="Exo Black" pitchFamily="2" charset="0"/>
                  </a:endParaRPr>
                </a:p>
              </p:txBody>
            </p:sp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0ED2EE88-6D74-0547-A067-73F00E6C86B8}"/>
                    </a:ext>
                  </a:extLst>
                </p:cNvPr>
                <p:cNvSpPr/>
                <p:nvPr/>
              </p:nvSpPr>
              <p:spPr>
                <a:xfrm rot="810769">
                  <a:off x="-12935" y="2086165"/>
                  <a:ext cx="925771" cy="527519"/>
                </a:xfrm>
                <a:prstGeom prst="ellipse">
                  <a:avLst/>
                </a:prstGeom>
                <a:solidFill>
                  <a:srgbClr val="6CBC00"/>
                </a:solidFill>
                <a:ln w="57150">
                  <a:solidFill>
                    <a:srgbClr val="01268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1CEF461-D202-143C-90DD-6951B6842EC2}"/>
                </a:ext>
              </a:extLst>
            </p:cNvPr>
            <p:cNvGrpSpPr/>
            <p:nvPr/>
          </p:nvGrpSpPr>
          <p:grpSpPr>
            <a:xfrm>
              <a:off x="3407864" y="-1"/>
              <a:ext cx="2520000" cy="2520000"/>
              <a:chOff x="3407864" y="-1"/>
              <a:chExt cx="2520000" cy="2520000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5589BBF-BE32-464E-A085-5B4221354FE1}"/>
                  </a:ext>
                </a:extLst>
              </p:cNvPr>
              <p:cNvSpPr/>
              <p:nvPr/>
            </p:nvSpPr>
            <p:spPr>
              <a:xfrm>
                <a:off x="3407864" y="-1"/>
                <a:ext cx="2520000" cy="252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7EC1048B-61E0-3F37-EC39-104952C0FD0D}"/>
                  </a:ext>
                </a:extLst>
              </p:cNvPr>
              <p:cNvGrpSpPr/>
              <p:nvPr/>
            </p:nvGrpSpPr>
            <p:grpSpPr>
              <a:xfrm>
                <a:off x="3527167" y="926692"/>
                <a:ext cx="2281394" cy="1044060"/>
                <a:chOff x="3527167" y="645411"/>
                <a:chExt cx="2281394" cy="1044060"/>
              </a:xfrm>
            </p:grpSpPr>
            <p:grpSp>
              <p:nvGrpSpPr>
                <p:cNvPr id="85" name="组合 84">
                  <a:extLst>
                    <a:ext uri="{FF2B5EF4-FFF2-40B4-BE49-F238E27FC236}">
                      <a16:creationId xmlns:a16="http://schemas.microsoft.com/office/drawing/2014/main" id="{CE12BBC1-1382-9F4C-178D-A24FF3FDE479}"/>
                    </a:ext>
                  </a:extLst>
                </p:cNvPr>
                <p:cNvGrpSpPr/>
                <p:nvPr/>
              </p:nvGrpSpPr>
              <p:grpSpPr>
                <a:xfrm>
                  <a:off x="3527167" y="645411"/>
                  <a:ext cx="759870" cy="1044060"/>
                  <a:chOff x="10050992" y="3747258"/>
                  <a:chExt cx="1005467" cy="1381510"/>
                </a:xfrm>
              </p:grpSpPr>
              <p:grpSp>
                <p:nvGrpSpPr>
                  <p:cNvPr id="79" name="组合 78">
                    <a:extLst>
                      <a:ext uri="{FF2B5EF4-FFF2-40B4-BE49-F238E27FC236}">
                        <a16:creationId xmlns:a16="http://schemas.microsoft.com/office/drawing/2014/main" id="{2DE105A4-0C60-9D77-653B-5DCDF9771851}"/>
                      </a:ext>
                    </a:extLst>
                  </p:cNvPr>
                  <p:cNvGrpSpPr/>
                  <p:nvPr/>
                </p:nvGrpSpPr>
                <p:grpSpPr>
                  <a:xfrm>
                    <a:off x="10050992" y="3747258"/>
                    <a:ext cx="898823" cy="1257558"/>
                    <a:chOff x="10517281" y="2949605"/>
                    <a:chExt cx="1528415" cy="2138430"/>
                  </a:xfrm>
                </p:grpSpPr>
                <p:sp>
                  <p:nvSpPr>
                    <p:cNvPr id="60" name="梯形 59">
                      <a:extLst>
                        <a:ext uri="{FF2B5EF4-FFF2-40B4-BE49-F238E27FC236}">
                          <a16:creationId xmlns:a16="http://schemas.microsoft.com/office/drawing/2014/main" id="{667DD3D9-120A-7A94-A9C5-61CB59881A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2111" y="3928996"/>
                      <a:ext cx="639097" cy="1159039"/>
                    </a:xfrm>
                    <a:prstGeom prst="trapezoid">
                      <a:avLst>
                        <a:gd name="adj" fmla="val 17308"/>
                      </a:avLst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2" name="直接连接符 61">
                      <a:extLst>
                        <a:ext uri="{FF2B5EF4-FFF2-40B4-BE49-F238E27FC236}">
                          <a16:creationId xmlns:a16="http://schemas.microsoft.com/office/drawing/2014/main" id="{932503ED-F4F3-3DDB-7F9F-7E1E732585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781142" y="4080606"/>
                      <a:ext cx="339001" cy="150018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" name="直接连接符 63">
                      <a:extLst>
                        <a:ext uri="{FF2B5EF4-FFF2-40B4-BE49-F238E27FC236}">
                          <a16:creationId xmlns:a16="http://schemas.microsoft.com/office/drawing/2014/main" id="{00EA1C3C-4DC9-6AE2-1E01-5426629969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0517281" y="3747258"/>
                      <a:ext cx="263861" cy="483366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连接符 67">
                      <a:extLst>
                        <a:ext uri="{FF2B5EF4-FFF2-40B4-BE49-F238E27FC236}">
                          <a16:creationId xmlns:a16="http://schemas.microsoft.com/office/drawing/2014/main" id="{E8D29098-6645-ED31-7530-A6DDD84462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32897" y="4063950"/>
                      <a:ext cx="275292" cy="0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直接连接符 74">
                      <a:extLst>
                        <a:ext uri="{FF2B5EF4-FFF2-40B4-BE49-F238E27FC236}">
                          <a16:creationId xmlns:a16="http://schemas.microsoft.com/office/drawing/2014/main" id="{E8DA5147-C9B9-6935-AAF8-89F80F1313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931888" y="2949605"/>
                      <a:ext cx="113808" cy="647035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8" name="椭圆 77">
                      <a:extLst>
                        <a:ext uri="{FF2B5EF4-FFF2-40B4-BE49-F238E27FC236}">
                          <a16:creationId xmlns:a16="http://schemas.microsoft.com/office/drawing/2014/main" id="{DDD5416B-1CB8-D88F-A012-81EE9CC9B5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86211" y="3254176"/>
                      <a:ext cx="644997" cy="644997"/>
                    </a:xfrm>
                    <a:prstGeom prst="ellips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b="1">
                        <a:latin typeface="Exo" pitchFamily="2" charset="0"/>
                      </a:endParaRPr>
                    </a:p>
                  </p:txBody>
                </p:sp>
                <p:cxnSp>
                  <p:nvCxnSpPr>
                    <p:cNvPr id="69" name="直接连接符 68">
                      <a:extLst>
                        <a:ext uri="{FF2B5EF4-FFF2-40B4-BE49-F238E27FC236}">
                          <a16:creationId xmlns:a16="http://schemas.microsoft.com/office/drawing/2014/main" id="{009065F3-84A0-6BCF-35A4-8A95B7302E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818080" y="3541776"/>
                      <a:ext cx="227616" cy="522174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4" name="组合 83">
                    <a:extLst>
                      <a:ext uri="{FF2B5EF4-FFF2-40B4-BE49-F238E27FC236}">
                        <a16:creationId xmlns:a16="http://schemas.microsoft.com/office/drawing/2014/main" id="{483C01BF-94E7-C3FD-E1AE-7622A8B3A1D1}"/>
                      </a:ext>
                    </a:extLst>
                  </p:cNvPr>
                  <p:cNvGrpSpPr/>
                  <p:nvPr/>
                </p:nvGrpSpPr>
                <p:grpSpPr>
                  <a:xfrm>
                    <a:off x="10535717" y="4568715"/>
                    <a:ext cx="520742" cy="560053"/>
                    <a:chOff x="10949815" y="4855506"/>
                    <a:chExt cx="375837" cy="404209"/>
                  </a:xfrm>
                </p:grpSpPr>
                <p:sp>
                  <p:nvSpPr>
                    <p:cNvPr id="80" name="平行四边形 79">
                      <a:extLst>
                        <a:ext uri="{FF2B5EF4-FFF2-40B4-BE49-F238E27FC236}">
                          <a16:creationId xmlns:a16="http://schemas.microsoft.com/office/drawing/2014/main" id="{346509E3-9A07-0470-AF86-7ADDE77DE6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49815" y="4855506"/>
                      <a:ext cx="375837" cy="2502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" name="平行四边形 82">
                      <a:extLst>
                        <a:ext uri="{FF2B5EF4-FFF2-40B4-BE49-F238E27FC236}">
                          <a16:creationId xmlns:a16="http://schemas.microsoft.com/office/drawing/2014/main" id="{371618B9-47C8-2EA4-894C-6FF984A7E6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7660" y="4951506"/>
                      <a:ext cx="160145" cy="1066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3B19BDA7-E143-4E01-CBCB-577F2FEF4B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12332" y="5009496"/>
                      <a:ext cx="45719" cy="250219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86" name="组合 85">
                  <a:extLst>
                    <a:ext uri="{FF2B5EF4-FFF2-40B4-BE49-F238E27FC236}">
                      <a16:creationId xmlns:a16="http://schemas.microsoft.com/office/drawing/2014/main" id="{5944799B-3131-C1AF-28DC-30C217215BF7}"/>
                    </a:ext>
                  </a:extLst>
                </p:cNvPr>
                <p:cNvGrpSpPr/>
                <p:nvPr/>
              </p:nvGrpSpPr>
              <p:grpSpPr>
                <a:xfrm>
                  <a:off x="4287929" y="645411"/>
                  <a:ext cx="759870" cy="1044060"/>
                  <a:chOff x="10050992" y="3747258"/>
                  <a:chExt cx="1005467" cy="1381510"/>
                </a:xfrm>
              </p:grpSpPr>
              <p:grpSp>
                <p:nvGrpSpPr>
                  <p:cNvPr id="87" name="组合 86">
                    <a:extLst>
                      <a:ext uri="{FF2B5EF4-FFF2-40B4-BE49-F238E27FC236}">
                        <a16:creationId xmlns:a16="http://schemas.microsoft.com/office/drawing/2014/main" id="{8F94773F-5C3B-23B9-A84B-FDACD995FEA0}"/>
                      </a:ext>
                    </a:extLst>
                  </p:cNvPr>
                  <p:cNvGrpSpPr/>
                  <p:nvPr/>
                </p:nvGrpSpPr>
                <p:grpSpPr>
                  <a:xfrm>
                    <a:off x="10050992" y="3747258"/>
                    <a:ext cx="898823" cy="1257558"/>
                    <a:chOff x="10517281" y="2949605"/>
                    <a:chExt cx="1528415" cy="2138430"/>
                  </a:xfrm>
                </p:grpSpPr>
                <p:sp>
                  <p:nvSpPr>
                    <p:cNvPr id="92" name="梯形 91">
                      <a:extLst>
                        <a:ext uri="{FF2B5EF4-FFF2-40B4-BE49-F238E27FC236}">
                          <a16:creationId xmlns:a16="http://schemas.microsoft.com/office/drawing/2014/main" id="{52EC287E-7CF1-B3B5-A125-CE375C6562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2111" y="3928996"/>
                      <a:ext cx="639097" cy="1159039"/>
                    </a:xfrm>
                    <a:prstGeom prst="trapezoid">
                      <a:avLst>
                        <a:gd name="adj" fmla="val 17308"/>
                      </a:avLst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93" name="直接连接符 92">
                      <a:extLst>
                        <a:ext uri="{FF2B5EF4-FFF2-40B4-BE49-F238E27FC236}">
                          <a16:creationId xmlns:a16="http://schemas.microsoft.com/office/drawing/2014/main" id="{49DDA3A6-75C7-21C8-C090-07CA890F35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781142" y="4080606"/>
                      <a:ext cx="339001" cy="150018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直接连接符 93">
                      <a:extLst>
                        <a:ext uri="{FF2B5EF4-FFF2-40B4-BE49-F238E27FC236}">
                          <a16:creationId xmlns:a16="http://schemas.microsoft.com/office/drawing/2014/main" id="{BC511A09-B77A-77D5-EBD4-E1966B5158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0517281" y="3747258"/>
                      <a:ext cx="263861" cy="483366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接连接符 94">
                      <a:extLst>
                        <a:ext uri="{FF2B5EF4-FFF2-40B4-BE49-F238E27FC236}">
                          <a16:creationId xmlns:a16="http://schemas.microsoft.com/office/drawing/2014/main" id="{9EE63582-0735-E27C-803C-DC19C36429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32897" y="4063950"/>
                      <a:ext cx="275292" cy="0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直接连接符 95">
                      <a:extLst>
                        <a:ext uri="{FF2B5EF4-FFF2-40B4-BE49-F238E27FC236}">
                          <a16:creationId xmlns:a16="http://schemas.microsoft.com/office/drawing/2014/main" id="{B807C712-4095-AFEB-2020-B85E3BBC1F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931888" y="2949605"/>
                      <a:ext cx="113808" cy="647035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7" name="椭圆 96">
                      <a:extLst>
                        <a:ext uri="{FF2B5EF4-FFF2-40B4-BE49-F238E27FC236}">
                          <a16:creationId xmlns:a16="http://schemas.microsoft.com/office/drawing/2014/main" id="{72E3481E-37A8-E6F3-3ADA-70A9A4C94E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86211" y="3254176"/>
                      <a:ext cx="644997" cy="644997"/>
                    </a:xfrm>
                    <a:prstGeom prst="ellips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b="1">
                        <a:latin typeface="Exo" pitchFamily="2" charset="0"/>
                      </a:endParaRPr>
                    </a:p>
                  </p:txBody>
                </p:sp>
                <p:cxnSp>
                  <p:nvCxnSpPr>
                    <p:cNvPr id="98" name="直接连接符 97">
                      <a:extLst>
                        <a:ext uri="{FF2B5EF4-FFF2-40B4-BE49-F238E27FC236}">
                          <a16:creationId xmlns:a16="http://schemas.microsoft.com/office/drawing/2014/main" id="{41BFF7F5-FD2D-97DA-F58D-54CBAC49CE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818080" y="3541776"/>
                      <a:ext cx="227616" cy="522174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8" name="组合 87">
                    <a:extLst>
                      <a:ext uri="{FF2B5EF4-FFF2-40B4-BE49-F238E27FC236}">
                        <a16:creationId xmlns:a16="http://schemas.microsoft.com/office/drawing/2014/main" id="{961529B9-8835-666B-CA6F-9ABB9F189457}"/>
                      </a:ext>
                    </a:extLst>
                  </p:cNvPr>
                  <p:cNvGrpSpPr/>
                  <p:nvPr/>
                </p:nvGrpSpPr>
                <p:grpSpPr>
                  <a:xfrm>
                    <a:off x="10535717" y="4568715"/>
                    <a:ext cx="520742" cy="560053"/>
                    <a:chOff x="10949815" y="4855506"/>
                    <a:chExt cx="375837" cy="404209"/>
                  </a:xfrm>
                </p:grpSpPr>
                <p:sp>
                  <p:nvSpPr>
                    <p:cNvPr id="89" name="平行四边形 88">
                      <a:extLst>
                        <a:ext uri="{FF2B5EF4-FFF2-40B4-BE49-F238E27FC236}">
                          <a16:creationId xmlns:a16="http://schemas.microsoft.com/office/drawing/2014/main" id="{BF5B6B81-4ABF-5025-EE42-DAFFC5B2E7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49815" y="4855506"/>
                      <a:ext cx="375837" cy="2502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0" name="平行四边形 89">
                      <a:extLst>
                        <a:ext uri="{FF2B5EF4-FFF2-40B4-BE49-F238E27FC236}">
                          <a16:creationId xmlns:a16="http://schemas.microsoft.com/office/drawing/2014/main" id="{CF1E70CB-FA5A-9A3C-94CE-5A4A4D6B2F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7660" y="4951506"/>
                      <a:ext cx="160145" cy="1066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1" name="矩形 90">
                      <a:extLst>
                        <a:ext uri="{FF2B5EF4-FFF2-40B4-BE49-F238E27FC236}">
                          <a16:creationId xmlns:a16="http://schemas.microsoft.com/office/drawing/2014/main" id="{9ED1D335-A319-E5DF-C3C7-F3CF7FB4AF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12332" y="5009496"/>
                      <a:ext cx="45719" cy="250219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99" name="组合 98">
                  <a:extLst>
                    <a:ext uri="{FF2B5EF4-FFF2-40B4-BE49-F238E27FC236}">
                      <a16:creationId xmlns:a16="http://schemas.microsoft.com/office/drawing/2014/main" id="{271CA4CA-3C79-5554-B676-C62EAE00C8F4}"/>
                    </a:ext>
                  </a:extLst>
                </p:cNvPr>
                <p:cNvGrpSpPr/>
                <p:nvPr/>
              </p:nvGrpSpPr>
              <p:grpSpPr>
                <a:xfrm>
                  <a:off x="5048691" y="645411"/>
                  <a:ext cx="759870" cy="1044060"/>
                  <a:chOff x="10050992" y="3747258"/>
                  <a:chExt cx="1005467" cy="1381510"/>
                </a:xfrm>
              </p:grpSpPr>
              <p:grpSp>
                <p:nvGrpSpPr>
                  <p:cNvPr id="100" name="组合 99">
                    <a:extLst>
                      <a:ext uri="{FF2B5EF4-FFF2-40B4-BE49-F238E27FC236}">
                        <a16:creationId xmlns:a16="http://schemas.microsoft.com/office/drawing/2014/main" id="{D84A7B97-ECB6-8D0C-F41E-01715E4319B7}"/>
                      </a:ext>
                    </a:extLst>
                  </p:cNvPr>
                  <p:cNvGrpSpPr/>
                  <p:nvPr/>
                </p:nvGrpSpPr>
                <p:grpSpPr>
                  <a:xfrm>
                    <a:off x="10050992" y="3747258"/>
                    <a:ext cx="898823" cy="1257558"/>
                    <a:chOff x="10517281" y="2949605"/>
                    <a:chExt cx="1528415" cy="2138430"/>
                  </a:xfrm>
                </p:grpSpPr>
                <p:sp>
                  <p:nvSpPr>
                    <p:cNvPr id="105" name="梯形 104">
                      <a:extLst>
                        <a:ext uri="{FF2B5EF4-FFF2-40B4-BE49-F238E27FC236}">
                          <a16:creationId xmlns:a16="http://schemas.microsoft.com/office/drawing/2014/main" id="{C2FA868E-9903-8A7A-A93F-10E0EB0673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2111" y="3928996"/>
                      <a:ext cx="639097" cy="1159039"/>
                    </a:xfrm>
                    <a:prstGeom prst="trapezoid">
                      <a:avLst>
                        <a:gd name="adj" fmla="val 17308"/>
                      </a:avLst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06" name="直接连接符 105">
                      <a:extLst>
                        <a:ext uri="{FF2B5EF4-FFF2-40B4-BE49-F238E27FC236}">
                          <a16:creationId xmlns:a16="http://schemas.microsoft.com/office/drawing/2014/main" id="{2D51AFDB-BF1D-F23F-95A1-896119AAF6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781142" y="4080606"/>
                      <a:ext cx="339001" cy="150018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" name="直接连接符 106">
                      <a:extLst>
                        <a:ext uri="{FF2B5EF4-FFF2-40B4-BE49-F238E27FC236}">
                          <a16:creationId xmlns:a16="http://schemas.microsoft.com/office/drawing/2014/main" id="{D8D73A38-1E94-6C93-E671-D358CB5C948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0517281" y="3747258"/>
                      <a:ext cx="263861" cy="483366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直接连接符 107">
                      <a:extLst>
                        <a:ext uri="{FF2B5EF4-FFF2-40B4-BE49-F238E27FC236}">
                          <a16:creationId xmlns:a16="http://schemas.microsoft.com/office/drawing/2014/main" id="{FA5BD28F-0D0E-F6E4-CA35-93FBE75E31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32897" y="4063950"/>
                      <a:ext cx="275292" cy="0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直接连接符 108">
                      <a:extLst>
                        <a:ext uri="{FF2B5EF4-FFF2-40B4-BE49-F238E27FC236}">
                          <a16:creationId xmlns:a16="http://schemas.microsoft.com/office/drawing/2014/main" id="{9026BC21-6023-B705-5954-20EE2C172F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931888" y="2949605"/>
                      <a:ext cx="113808" cy="647035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0" name="椭圆 109">
                      <a:extLst>
                        <a:ext uri="{FF2B5EF4-FFF2-40B4-BE49-F238E27FC236}">
                          <a16:creationId xmlns:a16="http://schemas.microsoft.com/office/drawing/2014/main" id="{6D04371D-56EA-9B6B-5886-78E21F9E40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86211" y="3254176"/>
                      <a:ext cx="644997" cy="644997"/>
                    </a:xfrm>
                    <a:prstGeom prst="ellips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11" name="直接连接符 110">
                      <a:extLst>
                        <a:ext uri="{FF2B5EF4-FFF2-40B4-BE49-F238E27FC236}">
                          <a16:creationId xmlns:a16="http://schemas.microsoft.com/office/drawing/2014/main" id="{CC7A8F71-B279-BB94-46C2-97CF38928D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818080" y="3541776"/>
                      <a:ext cx="227616" cy="522174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1" name="组合 100">
                    <a:extLst>
                      <a:ext uri="{FF2B5EF4-FFF2-40B4-BE49-F238E27FC236}">
                        <a16:creationId xmlns:a16="http://schemas.microsoft.com/office/drawing/2014/main" id="{2D0E1C3A-4E02-CC1B-8AFA-94C17F69C2D2}"/>
                      </a:ext>
                    </a:extLst>
                  </p:cNvPr>
                  <p:cNvGrpSpPr/>
                  <p:nvPr/>
                </p:nvGrpSpPr>
                <p:grpSpPr>
                  <a:xfrm>
                    <a:off x="10535717" y="4568715"/>
                    <a:ext cx="520742" cy="560053"/>
                    <a:chOff x="10949815" y="4855506"/>
                    <a:chExt cx="375837" cy="404209"/>
                  </a:xfrm>
                </p:grpSpPr>
                <p:sp>
                  <p:nvSpPr>
                    <p:cNvPr id="102" name="平行四边形 101">
                      <a:extLst>
                        <a:ext uri="{FF2B5EF4-FFF2-40B4-BE49-F238E27FC236}">
                          <a16:creationId xmlns:a16="http://schemas.microsoft.com/office/drawing/2014/main" id="{62247800-B855-9A87-7828-1E974852DB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49815" y="4855506"/>
                      <a:ext cx="375837" cy="2502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" name="平行四边形 102">
                      <a:extLst>
                        <a:ext uri="{FF2B5EF4-FFF2-40B4-BE49-F238E27FC236}">
                          <a16:creationId xmlns:a16="http://schemas.microsoft.com/office/drawing/2014/main" id="{8F6DA9BD-34D6-A4AA-4CA2-5BB835C268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7660" y="4951506"/>
                      <a:ext cx="160145" cy="1066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" name="矩形 103">
                      <a:extLst>
                        <a:ext uri="{FF2B5EF4-FFF2-40B4-BE49-F238E27FC236}">
                          <a16:creationId xmlns:a16="http://schemas.microsoft.com/office/drawing/2014/main" id="{3DF0C813-B3D1-DD49-6AAF-420067A5B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12332" y="5009496"/>
                      <a:ext cx="45719" cy="250219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</p:grpSp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07020201-3B49-9D40-665E-E011CA796335}"/>
                  </a:ext>
                </a:extLst>
              </p:cNvPr>
              <p:cNvCxnSpPr/>
              <p:nvPr/>
            </p:nvCxnSpPr>
            <p:spPr>
              <a:xfrm>
                <a:off x="5397868" y="202325"/>
                <a:ext cx="0" cy="436982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45808151-F886-3BF9-652F-2370F886442A}"/>
                  </a:ext>
                </a:extLst>
              </p:cNvPr>
              <p:cNvSpPr txBox="1"/>
              <p:nvPr/>
            </p:nvSpPr>
            <p:spPr>
              <a:xfrm>
                <a:off x="5129204" y="692211"/>
                <a:ext cx="5373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Exo" pitchFamily="2" charset="0"/>
                  </a:rPr>
                  <a:t>end</a:t>
                </a:r>
                <a:endParaRPr lang="zh-CN" altLang="en-US"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Exo" pitchFamily="2" charset="0"/>
                </a:endParaRPr>
              </a:p>
            </p:txBody>
          </p: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FD1515AD-02C7-0766-3E20-F57970F5E7CE}"/>
                </a:ext>
              </a:extLst>
            </p:cNvPr>
            <p:cNvGrpSpPr/>
            <p:nvPr/>
          </p:nvGrpSpPr>
          <p:grpSpPr>
            <a:xfrm>
              <a:off x="6264135" y="-1"/>
              <a:ext cx="2520000" cy="2520000"/>
              <a:chOff x="6264135" y="-1"/>
              <a:chExt cx="2520000" cy="2520000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68E99DF-76BD-F229-3FCE-8FC93E5C85CB}"/>
                  </a:ext>
                </a:extLst>
              </p:cNvPr>
              <p:cNvSpPr/>
              <p:nvPr/>
            </p:nvSpPr>
            <p:spPr>
              <a:xfrm>
                <a:off x="6264135" y="-1"/>
                <a:ext cx="2520000" cy="2520000"/>
              </a:xfrm>
              <a:prstGeom prst="rect">
                <a:avLst/>
              </a:prstGeom>
              <a:solidFill>
                <a:srgbClr val="E9FF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7" name="图片 116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D10DA4BE-30DF-2369-9A7D-AA75B7630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5009" y="1095676"/>
                <a:ext cx="506067" cy="506067"/>
              </a:xfrm>
              <a:prstGeom prst="rect">
                <a:avLst/>
              </a:prstGeom>
            </p:spPr>
          </p:pic>
          <p:pic>
            <p:nvPicPr>
              <p:cNvPr id="119" name="图片 118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69114B44-A4F7-E9C4-63C4-3BF18352A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4084" y="645777"/>
                <a:ext cx="506067" cy="506067"/>
              </a:xfrm>
              <a:prstGeom prst="rect">
                <a:avLst/>
              </a:prstGeom>
            </p:spPr>
          </p:pic>
          <p:pic>
            <p:nvPicPr>
              <p:cNvPr id="121" name="图片 120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915BEB1E-79CE-30F3-9264-728F5A113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25591" y="1189194"/>
                <a:ext cx="506067" cy="506067"/>
              </a:xfrm>
              <a:prstGeom prst="rect">
                <a:avLst/>
              </a:prstGeom>
            </p:spPr>
          </p:pic>
          <p:pic>
            <p:nvPicPr>
              <p:cNvPr id="123" name="图片 122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178E5FE6-52C8-962C-FF54-64E39E878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7578017" y="1370139"/>
                <a:ext cx="506067" cy="506067"/>
              </a:xfrm>
              <a:prstGeom prst="rect">
                <a:avLst/>
              </a:prstGeom>
            </p:spPr>
          </p:pic>
          <p:pic>
            <p:nvPicPr>
              <p:cNvPr id="125" name="图片 124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1AC53773-A735-AD47-21C9-44F229BE18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7486480" y="773823"/>
                <a:ext cx="506067" cy="506067"/>
              </a:xfrm>
              <a:prstGeom prst="rect">
                <a:avLst/>
              </a:prstGeom>
            </p:spPr>
          </p:pic>
          <p:cxnSp>
            <p:nvCxnSpPr>
              <p:cNvPr id="127" name="直接箭头连接符 126">
                <a:extLst>
                  <a:ext uri="{FF2B5EF4-FFF2-40B4-BE49-F238E27FC236}">
                    <a16:creationId xmlns:a16="http://schemas.microsoft.com/office/drawing/2014/main" id="{921EE4BF-6678-D9A5-FCEC-3BBEC3A66C20}"/>
                  </a:ext>
                </a:extLst>
              </p:cNvPr>
              <p:cNvCxnSpPr/>
              <p:nvPr/>
            </p:nvCxnSpPr>
            <p:spPr>
              <a:xfrm flipH="1">
                <a:off x="6719212" y="529617"/>
                <a:ext cx="175210" cy="485625"/>
              </a:xfrm>
              <a:prstGeom prst="straightConnector1">
                <a:avLst/>
              </a:prstGeom>
              <a:ln w="76200" cap="rnd">
                <a:solidFill>
                  <a:srgbClr val="3D580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3E653519-593F-A4F2-1A5F-A50B467801B8}"/>
                </a:ext>
              </a:extLst>
            </p:cNvPr>
            <p:cNvGrpSpPr/>
            <p:nvPr/>
          </p:nvGrpSpPr>
          <p:grpSpPr>
            <a:xfrm>
              <a:off x="1979729" y="2842028"/>
              <a:ext cx="2520000" cy="2520000"/>
              <a:chOff x="1979729" y="3166492"/>
              <a:chExt cx="2520000" cy="2520000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C8E4380-6532-EA0F-7B69-BC5FA6245F5A}"/>
                  </a:ext>
                </a:extLst>
              </p:cNvPr>
              <p:cNvSpPr/>
              <p:nvPr/>
            </p:nvSpPr>
            <p:spPr>
              <a:xfrm>
                <a:off x="1979729" y="3166492"/>
                <a:ext cx="2520000" cy="2520000"/>
              </a:xfrm>
              <a:prstGeom prst="rect">
                <a:avLst/>
              </a:prstGeom>
              <a:solidFill>
                <a:srgbClr val="D5D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B777C8B8-A106-1315-701F-B06FA6C95D87}"/>
                  </a:ext>
                </a:extLst>
              </p:cNvPr>
              <p:cNvGrpSpPr/>
              <p:nvPr/>
            </p:nvGrpSpPr>
            <p:grpSpPr>
              <a:xfrm>
                <a:off x="2127519" y="3316984"/>
                <a:ext cx="2224420" cy="2224420"/>
                <a:chOff x="32951" y="3888702"/>
                <a:chExt cx="1797790" cy="1797790"/>
              </a:xfrm>
            </p:grpSpPr>
            <p:cxnSp>
              <p:nvCxnSpPr>
                <p:cNvPr id="134" name="直接连接符 133">
                  <a:extLst>
                    <a:ext uri="{FF2B5EF4-FFF2-40B4-BE49-F238E27FC236}">
                      <a16:creationId xmlns:a16="http://schemas.microsoft.com/office/drawing/2014/main" id="{8BE47DC8-747D-727E-564F-0DFBFC966738}"/>
                    </a:ext>
                  </a:extLst>
                </p:cNvPr>
                <p:cNvCxnSpPr/>
                <p:nvPr/>
              </p:nvCxnSpPr>
              <p:spPr>
                <a:xfrm>
                  <a:off x="32951" y="4460270"/>
                  <a:ext cx="1797790" cy="0"/>
                </a:xfrm>
                <a:prstGeom prst="line">
                  <a:avLst/>
                </a:prstGeom>
                <a:ln w="50800" cap="rnd">
                  <a:solidFill>
                    <a:srgbClr val="001B7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连接符 134">
                  <a:extLst>
                    <a:ext uri="{FF2B5EF4-FFF2-40B4-BE49-F238E27FC236}">
                      <a16:creationId xmlns:a16="http://schemas.microsoft.com/office/drawing/2014/main" id="{BF3B782C-9046-0F7C-F28C-B3724B5D9B60}"/>
                    </a:ext>
                  </a:extLst>
                </p:cNvPr>
                <p:cNvCxnSpPr/>
                <p:nvPr/>
              </p:nvCxnSpPr>
              <p:spPr>
                <a:xfrm>
                  <a:off x="32951" y="5114924"/>
                  <a:ext cx="1797790" cy="0"/>
                </a:xfrm>
                <a:prstGeom prst="line">
                  <a:avLst/>
                </a:prstGeom>
                <a:ln w="50800" cap="rnd">
                  <a:solidFill>
                    <a:srgbClr val="001B7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1B95F950-677F-2011-8F63-348B73D90D57}"/>
                    </a:ext>
                  </a:extLst>
                </p:cNvPr>
                <p:cNvCxnSpPr/>
                <p:nvPr/>
              </p:nvCxnSpPr>
              <p:spPr>
                <a:xfrm rot="5400000">
                  <a:off x="360278" y="4787597"/>
                  <a:ext cx="1797790" cy="0"/>
                </a:xfrm>
                <a:prstGeom prst="line">
                  <a:avLst/>
                </a:prstGeom>
                <a:ln w="50800" cap="rnd">
                  <a:solidFill>
                    <a:srgbClr val="001B7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>
                  <a:extLst>
                    <a:ext uri="{FF2B5EF4-FFF2-40B4-BE49-F238E27FC236}">
                      <a16:creationId xmlns:a16="http://schemas.microsoft.com/office/drawing/2014/main" id="{DC19F2E1-E638-7134-D980-558D3407DAB6}"/>
                    </a:ext>
                  </a:extLst>
                </p:cNvPr>
                <p:cNvCxnSpPr/>
                <p:nvPr/>
              </p:nvCxnSpPr>
              <p:spPr>
                <a:xfrm rot="5400000">
                  <a:off x="-294376" y="4787597"/>
                  <a:ext cx="1797790" cy="0"/>
                </a:xfrm>
                <a:prstGeom prst="line">
                  <a:avLst/>
                </a:prstGeom>
                <a:ln w="50800" cap="rnd">
                  <a:solidFill>
                    <a:srgbClr val="001B7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C2D4FB4F-82C5-CFC7-0036-58C49D459CFE}"/>
                  </a:ext>
                </a:extLst>
              </p:cNvPr>
              <p:cNvSpPr/>
              <p:nvPr/>
            </p:nvSpPr>
            <p:spPr>
              <a:xfrm rot="20517703">
                <a:off x="2978183" y="4173100"/>
                <a:ext cx="523091" cy="523091"/>
              </a:xfrm>
              <a:prstGeom prst="ellipse">
                <a:avLst/>
              </a:prstGeom>
              <a:noFill/>
              <a:ln w="76200">
                <a:solidFill>
                  <a:srgbClr val="001B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rgbClr val="001B70"/>
                    </a:solidFill>
                    <a:latin typeface="Exo" pitchFamily="2" charset="0"/>
                  </a:rPr>
                  <a:t>!</a:t>
                </a:r>
                <a:endParaRPr lang="zh-CN" altLang="en-US" sz="2400" b="1">
                  <a:solidFill>
                    <a:srgbClr val="001B70"/>
                  </a:solidFill>
                  <a:latin typeface="Exo" pitchFamily="2" charset="0"/>
                </a:endParaRPr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497618C5-CEA9-B27B-BBDC-22B35BA3F948}"/>
                  </a:ext>
                </a:extLst>
              </p:cNvPr>
              <p:cNvSpPr/>
              <p:nvPr/>
            </p:nvSpPr>
            <p:spPr>
              <a:xfrm rot="597362">
                <a:off x="2195031" y="3362663"/>
                <a:ext cx="523091" cy="523091"/>
              </a:xfrm>
              <a:prstGeom prst="ellipse">
                <a:avLst/>
              </a:prstGeom>
              <a:noFill/>
              <a:ln w="76200">
                <a:solidFill>
                  <a:srgbClr val="001B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rgbClr val="001B70"/>
                    </a:solidFill>
                    <a:latin typeface="Exo" pitchFamily="2" charset="0"/>
                  </a:rPr>
                  <a:t>!</a:t>
                </a:r>
                <a:endParaRPr lang="zh-CN" altLang="en-US" sz="2400" b="1">
                  <a:solidFill>
                    <a:srgbClr val="001B70"/>
                  </a:solidFill>
                  <a:latin typeface="Exo" pitchFamily="2" charset="0"/>
                </a:endParaRPr>
              </a:p>
            </p:txBody>
          </p:sp>
          <p:grpSp>
            <p:nvGrpSpPr>
              <p:cNvPr id="151" name="组合 150">
                <a:extLst>
                  <a:ext uri="{FF2B5EF4-FFF2-40B4-BE49-F238E27FC236}">
                    <a16:creationId xmlns:a16="http://schemas.microsoft.com/office/drawing/2014/main" id="{38259AC2-55C1-9350-20C9-F07A4C1FE89F}"/>
                  </a:ext>
                </a:extLst>
              </p:cNvPr>
              <p:cNvGrpSpPr/>
              <p:nvPr/>
            </p:nvGrpSpPr>
            <p:grpSpPr>
              <a:xfrm rot="388636">
                <a:off x="3785579" y="4799333"/>
                <a:ext cx="512182" cy="690156"/>
                <a:chOff x="442451" y="3832683"/>
                <a:chExt cx="512182" cy="690156"/>
              </a:xfrm>
            </p:grpSpPr>
            <p:grpSp>
              <p:nvGrpSpPr>
                <p:cNvPr id="149" name="组合 148">
                  <a:extLst>
                    <a:ext uri="{FF2B5EF4-FFF2-40B4-BE49-F238E27FC236}">
                      <a16:creationId xmlns:a16="http://schemas.microsoft.com/office/drawing/2014/main" id="{E9281AA8-1F08-25D6-DF60-96250E940AFD}"/>
                    </a:ext>
                  </a:extLst>
                </p:cNvPr>
                <p:cNvGrpSpPr/>
                <p:nvPr/>
              </p:nvGrpSpPr>
              <p:grpSpPr>
                <a:xfrm>
                  <a:off x="442451" y="4024189"/>
                  <a:ext cx="512182" cy="498650"/>
                  <a:chOff x="432619" y="4024189"/>
                  <a:chExt cx="512182" cy="498650"/>
                </a:xfrm>
              </p:grpSpPr>
              <p:cxnSp>
                <p:nvCxnSpPr>
                  <p:cNvPr id="147" name="直接连接符 146">
                    <a:extLst>
                      <a:ext uri="{FF2B5EF4-FFF2-40B4-BE49-F238E27FC236}">
                        <a16:creationId xmlns:a16="http://schemas.microsoft.com/office/drawing/2014/main" id="{197ECF1A-DD7D-7E7D-3855-A9C43B15C19F}"/>
                      </a:ext>
                    </a:extLst>
                  </p:cNvPr>
                  <p:cNvCxnSpPr/>
                  <p:nvPr/>
                </p:nvCxnSpPr>
                <p:spPr>
                  <a:xfrm>
                    <a:off x="432619" y="4024190"/>
                    <a:ext cx="498649" cy="498649"/>
                  </a:xfrm>
                  <a:prstGeom prst="line">
                    <a:avLst/>
                  </a:prstGeom>
                  <a:ln w="76200" cap="rnd">
                    <a:solidFill>
                      <a:srgbClr val="001B7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直接连接符 147">
                    <a:extLst>
                      <a:ext uri="{FF2B5EF4-FFF2-40B4-BE49-F238E27FC236}">
                        <a16:creationId xmlns:a16="http://schemas.microsoft.com/office/drawing/2014/main" id="{59114CCE-3D43-70BB-937F-44F085ACE5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46152" y="4024189"/>
                    <a:ext cx="498649" cy="498649"/>
                  </a:xfrm>
                  <a:prstGeom prst="line">
                    <a:avLst/>
                  </a:prstGeom>
                  <a:ln w="76200" cap="rnd">
                    <a:solidFill>
                      <a:srgbClr val="001B7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3DBB5F84-498F-872E-56D0-B8C618ED7198}"/>
                    </a:ext>
                  </a:extLst>
                </p:cNvPr>
                <p:cNvSpPr txBox="1"/>
                <p:nvPr/>
              </p:nvSpPr>
              <p:spPr>
                <a:xfrm>
                  <a:off x="566897" y="3832683"/>
                  <a:ext cx="26802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2400" b="1">
                      <a:solidFill>
                        <a:srgbClr val="001B70"/>
                      </a:solidFill>
                      <a:latin typeface="Exo" pitchFamily="2" charset="0"/>
                    </a:rPr>
                    <a:t>!</a:t>
                  </a:r>
                  <a:endParaRPr lang="zh-CN" altLang="en-US" sz="2400" b="1">
                    <a:solidFill>
                      <a:srgbClr val="001B70"/>
                    </a:solidFill>
                    <a:latin typeface="Exo" pitchFamily="2" charset="0"/>
                  </a:endParaRPr>
                </a:p>
              </p:txBody>
            </p:sp>
          </p:grpSp>
        </p:grpSp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93D5FAAE-ACB9-9521-A7D0-1D17500458B1}"/>
                </a:ext>
              </a:extLst>
            </p:cNvPr>
            <p:cNvGrpSpPr/>
            <p:nvPr/>
          </p:nvGrpSpPr>
          <p:grpSpPr>
            <a:xfrm>
              <a:off x="5017750" y="3023776"/>
              <a:ext cx="2156499" cy="2156499"/>
              <a:chOff x="5017750" y="3348240"/>
              <a:chExt cx="2156499" cy="2156499"/>
            </a:xfrm>
          </p:grpSpPr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91DC4FDF-AD80-A49D-DCC0-734F292319AB}"/>
                  </a:ext>
                </a:extLst>
              </p:cNvPr>
              <p:cNvSpPr/>
              <p:nvPr/>
            </p:nvSpPr>
            <p:spPr>
              <a:xfrm>
                <a:off x="5039798" y="3370289"/>
                <a:ext cx="2112404" cy="21124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5" name="图形 154" descr="拳击手套 纯色填充">
                <a:extLst>
                  <a:ext uri="{FF2B5EF4-FFF2-40B4-BE49-F238E27FC236}">
                    <a16:creationId xmlns:a16="http://schemas.microsoft.com/office/drawing/2014/main" id="{9661BD80-F6C0-B712-1BF6-12162BFFCF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4205397">
                <a:off x="5246365" y="4037229"/>
                <a:ext cx="726392" cy="726392"/>
              </a:xfrm>
              <a:prstGeom prst="rect">
                <a:avLst/>
              </a:prstGeom>
            </p:spPr>
          </p:pic>
          <p:pic>
            <p:nvPicPr>
              <p:cNvPr id="157" name="图形 156" descr="音乐 纯色填充">
                <a:extLst>
                  <a:ext uri="{FF2B5EF4-FFF2-40B4-BE49-F238E27FC236}">
                    <a16:creationId xmlns:a16="http://schemas.microsoft.com/office/drawing/2014/main" id="{8C42CDD4-E602-CC04-6F0E-C02F900A71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16736" y="3775919"/>
                <a:ext cx="1128620" cy="1301142"/>
              </a:xfrm>
              <a:prstGeom prst="rect">
                <a:avLst/>
              </a:prstGeom>
            </p:spPr>
          </p:pic>
          <p:sp>
            <p:nvSpPr>
              <p:cNvPr id="153" name="禁止符 152">
                <a:extLst>
                  <a:ext uri="{FF2B5EF4-FFF2-40B4-BE49-F238E27FC236}">
                    <a16:creationId xmlns:a16="http://schemas.microsoft.com/office/drawing/2014/main" id="{DF92C3B2-9D50-8019-273A-370EBD41D5CD}"/>
                  </a:ext>
                </a:extLst>
              </p:cNvPr>
              <p:cNvSpPr/>
              <p:nvPr/>
            </p:nvSpPr>
            <p:spPr>
              <a:xfrm>
                <a:off x="5017750" y="3348240"/>
                <a:ext cx="2156499" cy="2156499"/>
              </a:xfrm>
              <a:prstGeom prst="noSmoking">
                <a:avLst>
                  <a:gd name="adj" fmla="val 9877"/>
                </a:avLst>
              </a:prstGeom>
              <a:solidFill>
                <a:srgbClr val="E4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522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6FEA-ED83-4CAF-8A21-75117698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78BCA05C-DF8D-C9B6-BD37-460695E57AD1}"/>
              </a:ext>
            </a:extLst>
          </p:cNvPr>
          <p:cNvGrpSpPr/>
          <p:nvPr/>
        </p:nvGrpSpPr>
        <p:grpSpPr>
          <a:xfrm>
            <a:off x="551593" y="-1"/>
            <a:ext cx="11088813" cy="6165790"/>
            <a:chOff x="551593" y="-1"/>
            <a:chExt cx="11088813" cy="6165790"/>
          </a:xfrm>
        </p:grpSpPr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D49A5ABE-5AAE-E6A3-CE4B-1E898986AF4C}"/>
                </a:ext>
              </a:extLst>
            </p:cNvPr>
            <p:cNvSpPr/>
            <p:nvPr/>
          </p:nvSpPr>
          <p:spPr>
            <a:xfrm>
              <a:off x="551593" y="0"/>
              <a:ext cx="11088813" cy="61657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5DE6CF7-6FC8-9BF6-47EB-453E944DB976}"/>
                </a:ext>
              </a:extLst>
            </p:cNvPr>
            <p:cNvSpPr/>
            <p:nvPr/>
          </p:nvSpPr>
          <p:spPr>
            <a:xfrm>
              <a:off x="4836000" y="3087836"/>
              <a:ext cx="2520000" cy="2520000"/>
            </a:xfrm>
            <a:prstGeom prst="rect">
              <a:avLst/>
            </a:prstGeom>
            <a:solidFill>
              <a:srgbClr val="FFE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E20FD96-6843-48F0-97FC-E2F72B776516}"/>
                </a:ext>
              </a:extLst>
            </p:cNvPr>
            <p:cNvSpPr txBox="1"/>
            <p:nvPr/>
          </p:nvSpPr>
          <p:spPr>
            <a:xfrm>
              <a:off x="1144583" y="2549495"/>
              <a:ext cx="1334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964B00"/>
                  </a:solidFill>
                  <a:latin typeface="Exo" pitchFamily="2" charset="0"/>
                </a:rPr>
                <a:t>FANTA</a:t>
              </a:r>
              <a:r>
                <a:rPr lang="en-US" altLang="zh-CN" sz="2000" b="1">
                  <a:latin typeface="Exo" pitchFamily="2" charset="0"/>
                </a:rPr>
                <a:t>5</a:t>
              </a:r>
              <a:r>
                <a:rPr lang="en-US" altLang="zh-CN" sz="2000" b="1">
                  <a:solidFill>
                    <a:srgbClr val="01268C"/>
                  </a:solidFill>
                  <a:latin typeface="Exo" pitchFamily="2" charset="0"/>
                </a:rPr>
                <a:t>Y</a:t>
              </a:r>
              <a:endParaRPr lang="zh-CN" altLang="en-US" sz="2000" b="1">
                <a:solidFill>
                  <a:srgbClr val="01268C"/>
                </a:solidFill>
                <a:latin typeface="Exo" pitchFamily="2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024FD60-D5C4-D31C-5DC2-ED4B22BE2725}"/>
                </a:ext>
              </a:extLst>
            </p:cNvPr>
            <p:cNvSpPr txBox="1"/>
            <p:nvPr/>
          </p:nvSpPr>
          <p:spPr>
            <a:xfrm>
              <a:off x="3527167" y="2546014"/>
              <a:ext cx="22813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>
                  <a:latin typeface="Exo" pitchFamily="2" charset="0"/>
                </a:rPr>
                <a:t>last</a:t>
              </a:r>
              <a:r>
                <a:rPr lang="en-US" altLang="zh-CN" sz="2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Exo" pitchFamily="2" charset="0"/>
                </a:rPr>
                <a:t>end</a:t>
              </a:r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Exo" pitchFamily="2" charset="0"/>
                </a:rPr>
                <a:t>conductor</a:t>
              </a:r>
              <a:endParaRPr lang="zh-CN" altLang="en-US" sz="2000" b="1">
                <a:solidFill>
                  <a:schemeClr val="bg1">
                    <a:lumMod val="50000"/>
                  </a:schemeClr>
                </a:solidFill>
                <a:latin typeface="Exo" pitchFamily="2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CE9430E-9218-0335-94B9-7160818CACA3}"/>
                </a:ext>
              </a:extLst>
            </p:cNvPr>
            <p:cNvSpPr txBox="1"/>
            <p:nvPr/>
          </p:nvSpPr>
          <p:spPr>
            <a:xfrm>
              <a:off x="6527709" y="2539771"/>
              <a:ext cx="19928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3D5800"/>
                  </a:solidFill>
                  <a:latin typeface="Exo" pitchFamily="2" charset="0"/>
                </a:rPr>
                <a:t>Solitary</a:t>
              </a:r>
              <a:r>
                <a:rPr lang="en-US" altLang="zh-CN" sz="2000" b="1">
                  <a:latin typeface="Exo" pitchFamily="2" charset="0"/>
                </a:rPr>
                <a:t> </a:t>
              </a:r>
              <a:r>
                <a:rPr lang="en-US" altLang="zh-CN" sz="2000" b="1">
                  <a:solidFill>
                    <a:srgbClr val="97DD00"/>
                  </a:solidFill>
                  <a:latin typeface="Exo" pitchFamily="2" charset="0"/>
                </a:rPr>
                <a:t>Dream</a:t>
              </a:r>
              <a:endParaRPr lang="zh-CN" altLang="en-US" sz="2000" b="1">
                <a:solidFill>
                  <a:srgbClr val="97DD00"/>
                </a:solidFill>
                <a:latin typeface="Exo" pitchFamily="2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432E534-C324-6C8F-E934-CEE67B5B159F}"/>
                </a:ext>
              </a:extLst>
            </p:cNvPr>
            <p:cNvSpPr txBox="1"/>
            <p:nvPr/>
          </p:nvSpPr>
          <p:spPr>
            <a:xfrm>
              <a:off x="9768699" y="2539771"/>
              <a:ext cx="12234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B0006D"/>
                  </a:solidFill>
                  <a:latin typeface="Exo" pitchFamily="2" charset="0"/>
                </a:rPr>
                <a:t>MIR</a:t>
              </a:r>
              <a:r>
                <a:rPr lang="en-US" altLang="zh-CN" sz="2000" b="1">
                  <a:latin typeface="Exo" pitchFamily="2" charset="0"/>
                </a:rPr>
                <a:t>IN</a:t>
              </a:r>
              <a:r>
                <a:rPr lang="en-US" altLang="zh-CN" sz="2000" b="1">
                  <a:solidFill>
                    <a:srgbClr val="3200D2"/>
                  </a:solidFill>
                  <a:latin typeface="Exo" pitchFamily="2" charset="0"/>
                </a:rPr>
                <a:t>AE</a:t>
              </a:r>
              <a:endParaRPr lang="zh-CN" altLang="en-US" sz="2000" b="1">
                <a:solidFill>
                  <a:srgbClr val="3200D2"/>
                </a:solidFill>
                <a:latin typeface="Exo" pitchFamily="2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F1AD503-A0B2-03C3-3B4A-3C9E8CA10CE3}"/>
                </a:ext>
              </a:extLst>
            </p:cNvPr>
            <p:cNvSpPr txBox="1"/>
            <p:nvPr/>
          </p:nvSpPr>
          <p:spPr>
            <a:xfrm>
              <a:off x="2377955" y="5637332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>
                  <a:latin typeface="Exo" pitchFamily="2" charset="0"/>
                </a:rPr>
                <a:t>Tic! Tac! Toe!</a:t>
              </a:r>
              <a:endParaRPr lang="zh-CN" altLang="en-US" sz="2000" b="1">
                <a:latin typeface="Exo" pitchFamily="2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6767583-EE07-46A0-50A8-C3A459CC57AC}"/>
                </a:ext>
              </a:extLst>
            </p:cNvPr>
            <p:cNvSpPr txBox="1"/>
            <p:nvPr/>
          </p:nvSpPr>
          <p:spPr>
            <a:xfrm>
              <a:off x="4710845" y="5637332"/>
              <a:ext cx="27703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E40E0E"/>
                  </a:solidFill>
                  <a:latin typeface="Exo" pitchFamily="2" charset="0"/>
                </a:rPr>
                <a:t>Don't</a:t>
              </a:r>
              <a:r>
                <a:rPr lang="en-US" altLang="zh-CN" sz="2000" b="1">
                  <a:latin typeface="Exo" pitchFamily="2" charset="0"/>
                </a:rPr>
                <a:t> </a:t>
              </a:r>
              <a:r>
                <a:rPr lang="en-US" altLang="zh-CN" sz="2000" b="1">
                  <a:solidFill>
                    <a:srgbClr val="730707"/>
                  </a:solidFill>
                  <a:latin typeface="Exo" pitchFamily="2" charset="0"/>
                </a:rPr>
                <a:t>Fight</a:t>
              </a:r>
              <a:r>
                <a:rPr lang="en-US" altLang="zh-CN" sz="2000" b="1">
                  <a:latin typeface="Exo" pitchFamily="2" charset="0"/>
                </a:rPr>
                <a:t> The Music</a:t>
              </a:r>
              <a:endParaRPr lang="zh-CN" altLang="en-US" sz="2000" b="1">
                <a:latin typeface="Exo" pitchFamily="2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C9136E5-C7A6-F85C-71E3-9DB26E16D6CB}"/>
                </a:ext>
              </a:extLst>
            </p:cNvPr>
            <p:cNvSpPr txBox="1"/>
            <p:nvPr/>
          </p:nvSpPr>
          <p:spPr>
            <a:xfrm>
              <a:off x="8084084" y="5634356"/>
              <a:ext cx="17363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FF0000"/>
                  </a:solidFill>
                  <a:latin typeface="Exo" pitchFamily="2" charset="0"/>
                </a:rPr>
                <a:t>Red</a:t>
              </a:r>
              <a:r>
                <a:rPr lang="en-US" altLang="zh-CN" sz="2000" b="1">
                  <a:latin typeface="Exo" pitchFamily="2" charset="0"/>
                </a:rPr>
                <a:t> </a:t>
              </a:r>
              <a:r>
                <a:rPr lang="en-US" altLang="zh-CN" sz="2000" b="1">
                  <a:solidFill>
                    <a:srgbClr val="7F007F"/>
                  </a:solidFill>
                  <a:latin typeface="Exo" pitchFamily="2" charset="0"/>
                </a:rPr>
                <a:t>and</a:t>
              </a:r>
              <a:r>
                <a:rPr lang="en-US" altLang="zh-CN" sz="2000" b="1">
                  <a:latin typeface="Exo" pitchFamily="2" charset="0"/>
                </a:rPr>
                <a:t> </a:t>
              </a:r>
              <a:r>
                <a:rPr lang="en-US" altLang="zh-CN" sz="2000" b="1">
                  <a:solidFill>
                    <a:srgbClr val="0000FF"/>
                  </a:solidFill>
                  <a:latin typeface="Exo" pitchFamily="2" charset="0"/>
                </a:rPr>
                <a:t>Blue</a:t>
              </a:r>
              <a:endParaRPr lang="zh-CN" altLang="en-US" sz="2000" b="1">
                <a:solidFill>
                  <a:srgbClr val="0000FF"/>
                </a:solidFill>
                <a:latin typeface="Exo" pitchFamily="2" charset="0"/>
              </a:endParaRPr>
            </a:p>
          </p:txBody>
        </p: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BB563787-3BAF-B494-1054-C8A8F4082043}"/>
                </a:ext>
              </a:extLst>
            </p:cNvPr>
            <p:cNvGrpSpPr/>
            <p:nvPr/>
          </p:nvGrpSpPr>
          <p:grpSpPr>
            <a:xfrm>
              <a:off x="7692271" y="3087836"/>
              <a:ext cx="2520000" cy="2520000"/>
              <a:chOff x="7692271" y="3166492"/>
              <a:chExt cx="2520000" cy="2520000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3292E76-15CE-8039-A493-5D8B6E29DD04}"/>
                  </a:ext>
                </a:extLst>
              </p:cNvPr>
              <p:cNvSpPr/>
              <p:nvPr/>
            </p:nvSpPr>
            <p:spPr>
              <a:xfrm>
                <a:off x="7692271" y="3166492"/>
                <a:ext cx="2520000" cy="25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B27245C5-F856-060F-2A48-E5D8B958D426}"/>
                  </a:ext>
                </a:extLst>
              </p:cNvPr>
              <p:cNvGrpSpPr/>
              <p:nvPr/>
            </p:nvGrpSpPr>
            <p:grpSpPr>
              <a:xfrm>
                <a:off x="8347942" y="3747258"/>
                <a:ext cx="1208655" cy="1358467"/>
                <a:chOff x="5452695" y="2438399"/>
                <a:chExt cx="1208655" cy="1358467"/>
              </a:xfrm>
            </p:grpSpPr>
            <p:pic>
              <p:nvPicPr>
                <p:cNvPr id="42" name="图片 41">
                  <a:extLst>
                    <a:ext uri="{FF2B5EF4-FFF2-40B4-BE49-F238E27FC236}">
                      <a16:creationId xmlns:a16="http://schemas.microsoft.com/office/drawing/2014/main" id="{0098FE30-7782-21FD-A9F1-D943E46C69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26910" t="17824" r="50957" b="38051"/>
                <a:stretch>
                  <a:fillRect/>
                </a:stretch>
              </p:blipFill>
              <p:spPr>
                <a:xfrm>
                  <a:off x="5452695" y="2438399"/>
                  <a:ext cx="616636" cy="1358467"/>
                </a:xfrm>
                <a:prstGeom prst="rect">
                  <a:avLst/>
                </a:prstGeom>
              </p:spPr>
            </p:pic>
            <p:pic>
              <p:nvPicPr>
                <p:cNvPr id="44" name="图片 43">
                  <a:extLst>
                    <a:ext uri="{FF2B5EF4-FFF2-40B4-BE49-F238E27FC236}">
                      <a16:creationId xmlns:a16="http://schemas.microsoft.com/office/drawing/2014/main" id="{0A461919-E0E3-EF05-C98D-A3592C801A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49136" t="17825" r="29568" b="38051"/>
                <a:stretch>
                  <a:fillRect/>
                </a:stretch>
              </p:blipFill>
              <p:spPr>
                <a:xfrm>
                  <a:off x="6069330" y="2438400"/>
                  <a:ext cx="592020" cy="135846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A6D817E2-F088-CA39-1FC1-3BFE4327549E}"/>
                </a:ext>
              </a:extLst>
            </p:cNvPr>
            <p:cNvGrpSpPr/>
            <p:nvPr/>
          </p:nvGrpSpPr>
          <p:grpSpPr>
            <a:xfrm>
              <a:off x="9120406" y="-1"/>
              <a:ext cx="2520000" cy="2520000"/>
              <a:chOff x="9120406" y="-1"/>
              <a:chExt cx="2520000" cy="2520000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B59ED68-E269-E649-9733-ECACA6C06654}"/>
                  </a:ext>
                </a:extLst>
              </p:cNvPr>
              <p:cNvSpPr/>
              <p:nvPr/>
            </p:nvSpPr>
            <p:spPr>
              <a:xfrm>
                <a:off x="9120406" y="-1"/>
                <a:ext cx="2520000" cy="2520000"/>
              </a:xfrm>
              <a:prstGeom prst="rect">
                <a:avLst/>
              </a:prstGeom>
              <a:solidFill>
                <a:srgbClr val="F3CD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CEE217F-10F6-A255-F1B8-3BC634B9B50E}"/>
                  </a:ext>
                </a:extLst>
              </p:cNvPr>
              <p:cNvSpPr txBox="1"/>
              <p:nvPr/>
            </p:nvSpPr>
            <p:spPr>
              <a:xfrm>
                <a:off x="9422450" y="875278"/>
                <a:ext cx="191590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400" b="1">
                    <a:solidFill>
                      <a:srgbClr val="3200D2"/>
                    </a:solidFill>
                    <a:latin typeface="Exo" pitchFamily="2" charset="0"/>
                  </a:rPr>
                  <a:t>A</a:t>
                </a:r>
                <a:r>
                  <a:rPr lang="en-US" altLang="zh-CN" sz="4400" b="1">
                    <a:solidFill>
                      <a:srgbClr val="B0006D"/>
                    </a:solidFill>
                    <a:latin typeface="Exo" pitchFamily="2" charset="0"/>
                  </a:rPr>
                  <a:t>MIR</a:t>
                </a:r>
                <a:r>
                  <a:rPr lang="en-US" altLang="zh-CN" sz="4400" b="1">
                    <a:solidFill>
                      <a:srgbClr val="3200D2"/>
                    </a:solidFill>
                    <a:latin typeface="Exo" pitchFamily="2" charset="0"/>
                  </a:rPr>
                  <a:t>E</a:t>
                </a:r>
                <a:endParaRPr lang="zh-CN" altLang="en-US" sz="4400" b="1">
                  <a:solidFill>
                    <a:srgbClr val="3200D2"/>
                  </a:solidFill>
                  <a:latin typeface="Exo" pitchFamily="2" charset="0"/>
                </a:endParaRPr>
              </a:p>
            </p:txBody>
          </p: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2D833299-0EE1-F25C-55B5-7A7244B3EBDD}"/>
                </a:ext>
              </a:extLst>
            </p:cNvPr>
            <p:cNvGrpSpPr/>
            <p:nvPr/>
          </p:nvGrpSpPr>
          <p:grpSpPr>
            <a:xfrm>
              <a:off x="551593" y="-1"/>
              <a:ext cx="2520000" cy="2520000"/>
              <a:chOff x="551593" y="-1"/>
              <a:chExt cx="2520000" cy="252000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9856DB4-CF67-3197-58F2-6A504413E2BF}"/>
                  </a:ext>
                </a:extLst>
              </p:cNvPr>
              <p:cNvSpPr/>
              <p:nvPr/>
            </p:nvSpPr>
            <p:spPr>
              <a:xfrm>
                <a:off x="551593" y="-1"/>
                <a:ext cx="2520000" cy="2520000"/>
              </a:xfrm>
              <a:prstGeom prst="rect">
                <a:avLst/>
              </a:prstGeom>
              <a:solidFill>
                <a:srgbClr val="FFEC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F73D34FA-813E-C80E-2172-F48CB6A38D05}"/>
                  </a:ext>
                </a:extLst>
              </p:cNvPr>
              <p:cNvGrpSpPr/>
              <p:nvPr/>
            </p:nvGrpSpPr>
            <p:grpSpPr>
              <a:xfrm>
                <a:off x="1167820" y="117127"/>
                <a:ext cx="1287546" cy="2285741"/>
                <a:chOff x="-224328" y="973393"/>
                <a:chExt cx="2520000" cy="4473678"/>
              </a:xfrm>
            </p:grpSpPr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D0A3D13D-E17F-C80D-522F-E86FE782AFCE}"/>
                    </a:ext>
                  </a:extLst>
                </p:cNvPr>
                <p:cNvSpPr/>
                <p:nvPr/>
              </p:nvSpPr>
              <p:spPr>
                <a:xfrm>
                  <a:off x="-224328" y="1116467"/>
                  <a:ext cx="2520000" cy="4041058"/>
                </a:xfrm>
                <a:prstGeom prst="rect">
                  <a:avLst/>
                </a:prstGeom>
                <a:solidFill>
                  <a:srgbClr val="FF962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A32B9811-C5D1-A30D-FFE5-BD447B53F488}"/>
                    </a:ext>
                  </a:extLst>
                </p:cNvPr>
                <p:cNvSpPr/>
                <p:nvPr/>
              </p:nvSpPr>
              <p:spPr>
                <a:xfrm>
                  <a:off x="-224328" y="973393"/>
                  <a:ext cx="2520000" cy="16177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CDF310F9-048F-1F16-D925-A55FE416A302}"/>
                    </a:ext>
                  </a:extLst>
                </p:cNvPr>
                <p:cNvSpPr/>
                <p:nvPr/>
              </p:nvSpPr>
              <p:spPr>
                <a:xfrm>
                  <a:off x="-224328" y="5157525"/>
                  <a:ext cx="2520000" cy="289546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流程图: 手动操作 51">
                  <a:extLst>
                    <a:ext uri="{FF2B5EF4-FFF2-40B4-BE49-F238E27FC236}">
                      <a16:creationId xmlns:a16="http://schemas.microsoft.com/office/drawing/2014/main" id="{F7B79370-0BE0-7684-4324-264069B7033C}"/>
                    </a:ext>
                  </a:extLst>
                </p:cNvPr>
                <p:cNvSpPr/>
                <p:nvPr/>
              </p:nvSpPr>
              <p:spPr>
                <a:xfrm>
                  <a:off x="-26329" y="2608594"/>
                  <a:ext cx="2131576" cy="1183134"/>
                </a:xfrm>
                <a:prstGeom prst="flowChartManualOperation">
                  <a:avLst/>
                </a:prstGeom>
                <a:solidFill>
                  <a:srgbClr val="01268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2400">
                      <a:latin typeface="Exo Black" pitchFamily="2" charset="0"/>
                    </a:rPr>
                    <a:t>YYYYY</a:t>
                  </a:r>
                </a:p>
                <a:p>
                  <a:pPr algn="ctr"/>
                  <a:endParaRPr lang="zh-CN" altLang="en-US" sz="1400">
                    <a:latin typeface="Exo Black" pitchFamily="2" charset="0"/>
                  </a:endParaRPr>
                </a:p>
              </p:txBody>
            </p:sp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3F3F1989-14A5-0D73-9A72-4FE67DDC1012}"/>
                    </a:ext>
                  </a:extLst>
                </p:cNvPr>
                <p:cNvSpPr/>
                <p:nvPr/>
              </p:nvSpPr>
              <p:spPr>
                <a:xfrm rot="810769">
                  <a:off x="-12935" y="2086165"/>
                  <a:ext cx="925771" cy="527519"/>
                </a:xfrm>
                <a:prstGeom prst="ellipse">
                  <a:avLst/>
                </a:prstGeom>
                <a:solidFill>
                  <a:srgbClr val="6CBC00"/>
                </a:solidFill>
                <a:ln w="57150">
                  <a:solidFill>
                    <a:srgbClr val="01268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F26C9E9E-401F-FCE4-8AFD-ECA2C0422494}"/>
                </a:ext>
              </a:extLst>
            </p:cNvPr>
            <p:cNvGrpSpPr/>
            <p:nvPr/>
          </p:nvGrpSpPr>
          <p:grpSpPr>
            <a:xfrm>
              <a:off x="3407864" y="-1"/>
              <a:ext cx="2520000" cy="2520000"/>
              <a:chOff x="3407864" y="-1"/>
              <a:chExt cx="2520000" cy="2520000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A450ACD-B847-1EFF-781C-9A55921CCAFA}"/>
                  </a:ext>
                </a:extLst>
              </p:cNvPr>
              <p:cNvSpPr/>
              <p:nvPr/>
            </p:nvSpPr>
            <p:spPr>
              <a:xfrm>
                <a:off x="3407864" y="-1"/>
                <a:ext cx="2520000" cy="252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D488939D-7D4E-58E0-5F62-57069FA1AA1F}"/>
                  </a:ext>
                </a:extLst>
              </p:cNvPr>
              <p:cNvGrpSpPr/>
              <p:nvPr/>
            </p:nvGrpSpPr>
            <p:grpSpPr>
              <a:xfrm>
                <a:off x="3527167" y="926692"/>
                <a:ext cx="2281394" cy="1044060"/>
                <a:chOff x="3527167" y="645411"/>
                <a:chExt cx="2281394" cy="1044060"/>
              </a:xfrm>
            </p:grpSpPr>
            <p:grpSp>
              <p:nvGrpSpPr>
                <p:cNvPr id="85" name="组合 84">
                  <a:extLst>
                    <a:ext uri="{FF2B5EF4-FFF2-40B4-BE49-F238E27FC236}">
                      <a16:creationId xmlns:a16="http://schemas.microsoft.com/office/drawing/2014/main" id="{30A48034-33F8-70F1-790C-097DD2D8FF80}"/>
                    </a:ext>
                  </a:extLst>
                </p:cNvPr>
                <p:cNvGrpSpPr/>
                <p:nvPr/>
              </p:nvGrpSpPr>
              <p:grpSpPr>
                <a:xfrm>
                  <a:off x="3527167" y="645411"/>
                  <a:ext cx="759870" cy="1044060"/>
                  <a:chOff x="10050992" y="3747258"/>
                  <a:chExt cx="1005467" cy="1381510"/>
                </a:xfrm>
              </p:grpSpPr>
              <p:grpSp>
                <p:nvGrpSpPr>
                  <p:cNvPr id="79" name="组合 78">
                    <a:extLst>
                      <a:ext uri="{FF2B5EF4-FFF2-40B4-BE49-F238E27FC236}">
                        <a16:creationId xmlns:a16="http://schemas.microsoft.com/office/drawing/2014/main" id="{CD1D5BFE-3951-56DC-9490-28FDE9BD1BEC}"/>
                      </a:ext>
                    </a:extLst>
                  </p:cNvPr>
                  <p:cNvGrpSpPr/>
                  <p:nvPr/>
                </p:nvGrpSpPr>
                <p:grpSpPr>
                  <a:xfrm>
                    <a:off x="10050992" y="3747258"/>
                    <a:ext cx="898823" cy="1257558"/>
                    <a:chOff x="10517281" y="2949605"/>
                    <a:chExt cx="1528415" cy="2138430"/>
                  </a:xfrm>
                </p:grpSpPr>
                <p:sp>
                  <p:nvSpPr>
                    <p:cNvPr id="60" name="梯形 59">
                      <a:extLst>
                        <a:ext uri="{FF2B5EF4-FFF2-40B4-BE49-F238E27FC236}">
                          <a16:creationId xmlns:a16="http://schemas.microsoft.com/office/drawing/2014/main" id="{8FB5C485-C963-83D4-D626-9FFAAA4102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2111" y="3928996"/>
                      <a:ext cx="639097" cy="1159039"/>
                    </a:xfrm>
                    <a:prstGeom prst="trapezoid">
                      <a:avLst>
                        <a:gd name="adj" fmla="val 17308"/>
                      </a:avLst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2" name="直接连接符 61">
                      <a:extLst>
                        <a:ext uri="{FF2B5EF4-FFF2-40B4-BE49-F238E27FC236}">
                          <a16:creationId xmlns:a16="http://schemas.microsoft.com/office/drawing/2014/main" id="{F186DBD8-7342-4938-D89E-C21BC5FF27E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781142" y="4080606"/>
                      <a:ext cx="339001" cy="150018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" name="直接连接符 63">
                      <a:extLst>
                        <a:ext uri="{FF2B5EF4-FFF2-40B4-BE49-F238E27FC236}">
                          <a16:creationId xmlns:a16="http://schemas.microsoft.com/office/drawing/2014/main" id="{A3105A9B-2498-0B7B-2DEA-FCA42138C6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0517281" y="3747258"/>
                      <a:ext cx="263861" cy="483366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连接符 67">
                      <a:extLst>
                        <a:ext uri="{FF2B5EF4-FFF2-40B4-BE49-F238E27FC236}">
                          <a16:creationId xmlns:a16="http://schemas.microsoft.com/office/drawing/2014/main" id="{08FAE1A9-0797-8903-7B3E-9D39F110D4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32897" y="4063950"/>
                      <a:ext cx="275292" cy="0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直接连接符 74">
                      <a:extLst>
                        <a:ext uri="{FF2B5EF4-FFF2-40B4-BE49-F238E27FC236}">
                          <a16:creationId xmlns:a16="http://schemas.microsoft.com/office/drawing/2014/main" id="{C3DB23B8-18DE-03D2-8B33-71BF86F2A4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931888" y="2949605"/>
                      <a:ext cx="113808" cy="647035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8" name="椭圆 77">
                      <a:extLst>
                        <a:ext uri="{FF2B5EF4-FFF2-40B4-BE49-F238E27FC236}">
                          <a16:creationId xmlns:a16="http://schemas.microsoft.com/office/drawing/2014/main" id="{561963AC-F4C6-9A2A-085A-29201F0A9C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86211" y="3254176"/>
                      <a:ext cx="644997" cy="644997"/>
                    </a:xfrm>
                    <a:prstGeom prst="ellips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b="1">
                        <a:latin typeface="Exo" pitchFamily="2" charset="0"/>
                      </a:endParaRPr>
                    </a:p>
                  </p:txBody>
                </p:sp>
                <p:cxnSp>
                  <p:nvCxnSpPr>
                    <p:cNvPr id="69" name="直接连接符 68">
                      <a:extLst>
                        <a:ext uri="{FF2B5EF4-FFF2-40B4-BE49-F238E27FC236}">
                          <a16:creationId xmlns:a16="http://schemas.microsoft.com/office/drawing/2014/main" id="{C7A7C567-AD74-F986-CD9A-3E9D1F2D8F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818080" y="3541776"/>
                      <a:ext cx="227616" cy="522174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4" name="组合 83">
                    <a:extLst>
                      <a:ext uri="{FF2B5EF4-FFF2-40B4-BE49-F238E27FC236}">
                        <a16:creationId xmlns:a16="http://schemas.microsoft.com/office/drawing/2014/main" id="{5E9D9595-C4BB-4B4E-EB27-631873B8E996}"/>
                      </a:ext>
                    </a:extLst>
                  </p:cNvPr>
                  <p:cNvGrpSpPr/>
                  <p:nvPr/>
                </p:nvGrpSpPr>
                <p:grpSpPr>
                  <a:xfrm>
                    <a:off x="10535717" y="4568715"/>
                    <a:ext cx="520742" cy="560053"/>
                    <a:chOff x="10949815" y="4855506"/>
                    <a:chExt cx="375837" cy="404209"/>
                  </a:xfrm>
                </p:grpSpPr>
                <p:sp>
                  <p:nvSpPr>
                    <p:cNvPr id="80" name="平行四边形 79">
                      <a:extLst>
                        <a:ext uri="{FF2B5EF4-FFF2-40B4-BE49-F238E27FC236}">
                          <a16:creationId xmlns:a16="http://schemas.microsoft.com/office/drawing/2014/main" id="{33D14F67-A9CF-0202-A9EE-B7C4C03A2E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49815" y="4855506"/>
                      <a:ext cx="375837" cy="2502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" name="平行四边形 82">
                      <a:extLst>
                        <a:ext uri="{FF2B5EF4-FFF2-40B4-BE49-F238E27FC236}">
                          <a16:creationId xmlns:a16="http://schemas.microsoft.com/office/drawing/2014/main" id="{E1D1C458-4E7C-BF97-D51D-40AAF05F82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7660" y="4951506"/>
                      <a:ext cx="160145" cy="1066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920D5B4D-62A9-CE12-2804-69F37FEB2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12332" y="5009496"/>
                      <a:ext cx="45719" cy="250219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86" name="组合 85">
                  <a:extLst>
                    <a:ext uri="{FF2B5EF4-FFF2-40B4-BE49-F238E27FC236}">
                      <a16:creationId xmlns:a16="http://schemas.microsoft.com/office/drawing/2014/main" id="{9921331F-5F26-6192-952F-C511A1E31E3C}"/>
                    </a:ext>
                  </a:extLst>
                </p:cNvPr>
                <p:cNvGrpSpPr/>
                <p:nvPr/>
              </p:nvGrpSpPr>
              <p:grpSpPr>
                <a:xfrm>
                  <a:off x="4287929" y="645411"/>
                  <a:ext cx="759870" cy="1044060"/>
                  <a:chOff x="10050992" y="3747258"/>
                  <a:chExt cx="1005467" cy="1381510"/>
                </a:xfrm>
              </p:grpSpPr>
              <p:grpSp>
                <p:nvGrpSpPr>
                  <p:cNvPr id="87" name="组合 86">
                    <a:extLst>
                      <a:ext uri="{FF2B5EF4-FFF2-40B4-BE49-F238E27FC236}">
                        <a16:creationId xmlns:a16="http://schemas.microsoft.com/office/drawing/2014/main" id="{B12A4E1C-37C7-28CF-3BFF-9AE9A996D349}"/>
                      </a:ext>
                    </a:extLst>
                  </p:cNvPr>
                  <p:cNvGrpSpPr/>
                  <p:nvPr/>
                </p:nvGrpSpPr>
                <p:grpSpPr>
                  <a:xfrm>
                    <a:off x="10050992" y="3747258"/>
                    <a:ext cx="898823" cy="1257558"/>
                    <a:chOff x="10517281" y="2949605"/>
                    <a:chExt cx="1528415" cy="2138430"/>
                  </a:xfrm>
                </p:grpSpPr>
                <p:sp>
                  <p:nvSpPr>
                    <p:cNvPr id="92" name="梯形 91">
                      <a:extLst>
                        <a:ext uri="{FF2B5EF4-FFF2-40B4-BE49-F238E27FC236}">
                          <a16:creationId xmlns:a16="http://schemas.microsoft.com/office/drawing/2014/main" id="{AEC65745-C937-5923-DC94-C200ACAA7A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2111" y="3928996"/>
                      <a:ext cx="639097" cy="1159039"/>
                    </a:xfrm>
                    <a:prstGeom prst="trapezoid">
                      <a:avLst>
                        <a:gd name="adj" fmla="val 17308"/>
                      </a:avLst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93" name="直接连接符 92">
                      <a:extLst>
                        <a:ext uri="{FF2B5EF4-FFF2-40B4-BE49-F238E27FC236}">
                          <a16:creationId xmlns:a16="http://schemas.microsoft.com/office/drawing/2014/main" id="{0D9DA7B3-7398-8FAD-BF12-9784BF11309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781142" y="4080606"/>
                      <a:ext cx="339001" cy="150018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直接连接符 93">
                      <a:extLst>
                        <a:ext uri="{FF2B5EF4-FFF2-40B4-BE49-F238E27FC236}">
                          <a16:creationId xmlns:a16="http://schemas.microsoft.com/office/drawing/2014/main" id="{69463D8C-081A-48EB-52A8-95E55CF10B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0517281" y="3747258"/>
                      <a:ext cx="263861" cy="483366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接连接符 94">
                      <a:extLst>
                        <a:ext uri="{FF2B5EF4-FFF2-40B4-BE49-F238E27FC236}">
                          <a16:creationId xmlns:a16="http://schemas.microsoft.com/office/drawing/2014/main" id="{B168B154-72AF-8BB5-AFBE-BD9038CA0C6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32897" y="4063950"/>
                      <a:ext cx="275292" cy="0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直接连接符 95">
                      <a:extLst>
                        <a:ext uri="{FF2B5EF4-FFF2-40B4-BE49-F238E27FC236}">
                          <a16:creationId xmlns:a16="http://schemas.microsoft.com/office/drawing/2014/main" id="{0AF23738-9B9C-0218-0F66-D5E7915E60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931888" y="2949605"/>
                      <a:ext cx="113808" cy="647035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7" name="椭圆 96">
                      <a:extLst>
                        <a:ext uri="{FF2B5EF4-FFF2-40B4-BE49-F238E27FC236}">
                          <a16:creationId xmlns:a16="http://schemas.microsoft.com/office/drawing/2014/main" id="{B8254DF5-CECE-403F-0C04-C20C32FE65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86211" y="3254176"/>
                      <a:ext cx="644997" cy="644997"/>
                    </a:xfrm>
                    <a:prstGeom prst="ellips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b="1">
                        <a:latin typeface="Exo" pitchFamily="2" charset="0"/>
                      </a:endParaRPr>
                    </a:p>
                  </p:txBody>
                </p:sp>
                <p:cxnSp>
                  <p:nvCxnSpPr>
                    <p:cNvPr id="98" name="直接连接符 97">
                      <a:extLst>
                        <a:ext uri="{FF2B5EF4-FFF2-40B4-BE49-F238E27FC236}">
                          <a16:creationId xmlns:a16="http://schemas.microsoft.com/office/drawing/2014/main" id="{C2D22C7C-C98C-8430-A900-AE4BCBFD0A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818080" y="3541776"/>
                      <a:ext cx="227616" cy="522174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8" name="组合 87">
                    <a:extLst>
                      <a:ext uri="{FF2B5EF4-FFF2-40B4-BE49-F238E27FC236}">
                        <a16:creationId xmlns:a16="http://schemas.microsoft.com/office/drawing/2014/main" id="{519AE7EF-28CB-56FD-76B1-7711C912ED6B}"/>
                      </a:ext>
                    </a:extLst>
                  </p:cNvPr>
                  <p:cNvGrpSpPr/>
                  <p:nvPr/>
                </p:nvGrpSpPr>
                <p:grpSpPr>
                  <a:xfrm>
                    <a:off x="10535717" y="4568715"/>
                    <a:ext cx="520742" cy="560053"/>
                    <a:chOff x="10949815" y="4855506"/>
                    <a:chExt cx="375837" cy="404209"/>
                  </a:xfrm>
                </p:grpSpPr>
                <p:sp>
                  <p:nvSpPr>
                    <p:cNvPr id="89" name="平行四边形 88">
                      <a:extLst>
                        <a:ext uri="{FF2B5EF4-FFF2-40B4-BE49-F238E27FC236}">
                          <a16:creationId xmlns:a16="http://schemas.microsoft.com/office/drawing/2014/main" id="{084CB3A5-2F44-FF5A-763C-62B73ECE58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49815" y="4855506"/>
                      <a:ext cx="375837" cy="2502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0" name="平行四边形 89">
                      <a:extLst>
                        <a:ext uri="{FF2B5EF4-FFF2-40B4-BE49-F238E27FC236}">
                          <a16:creationId xmlns:a16="http://schemas.microsoft.com/office/drawing/2014/main" id="{4C3B946D-3C33-0787-7B31-3035D47595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7660" y="4951506"/>
                      <a:ext cx="160145" cy="1066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1" name="矩形 90">
                      <a:extLst>
                        <a:ext uri="{FF2B5EF4-FFF2-40B4-BE49-F238E27FC236}">
                          <a16:creationId xmlns:a16="http://schemas.microsoft.com/office/drawing/2014/main" id="{43A382E1-6692-9CA7-4513-9B8D5F90B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12332" y="5009496"/>
                      <a:ext cx="45719" cy="250219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99" name="组合 98">
                  <a:extLst>
                    <a:ext uri="{FF2B5EF4-FFF2-40B4-BE49-F238E27FC236}">
                      <a16:creationId xmlns:a16="http://schemas.microsoft.com/office/drawing/2014/main" id="{529DE62F-090F-3528-3351-7B6B5E9E19B4}"/>
                    </a:ext>
                  </a:extLst>
                </p:cNvPr>
                <p:cNvGrpSpPr/>
                <p:nvPr/>
              </p:nvGrpSpPr>
              <p:grpSpPr>
                <a:xfrm>
                  <a:off x="5048691" y="645411"/>
                  <a:ext cx="759870" cy="1044060"/>
                  <a:chOff x="10050992" y="3747258"/>
                  <a:chExt cx="1005467" cy="1381510"/>
                </a:xfrm>
              </p:grpSpPr>
              <p:grpSp>
                <p:nvGrpSpPr>
                  <p:cNvPr id="100" name="组合 99">
                    <a:extLst>
                      <a:ext uri="{FF2B5EF4-FFF2-40B4-BE49-F238E27FC236}">
                        <a16:creationId xmlns:a16="http://schemas.microsoft.com/office/drawing/2014/main" id="{0419A96B-FE9E-725A-1583-F556756CAB76}"/>
                      </a:ext>
                    </a:extLst>
                  </p:cNvPr>
                  <p:cNvGrpSpPr/>
                  <p:nvPr/>
                </p:nvGrpSpPr>
                <p:grpSpPr>
                  <a:xfrm>
                    <a:off x="10050992" y="3747258"/>
                    <a:ext cx="898823" cy="1257558"/>
                    <a:chOff x="10517281" y="2949605"/>
                    <a:chExt cx="1528415" cy="2138430"/>
                  </a:xfrm>
                </p:grpSpPr>
                <p:sp>
                  <p:nvSpPr>
                    <p:cNvPr id="105" name="梯形 104">
                      <a:extLst>
                        <a:ext uri="{FF2B5EF4-FFF2-40B4-BE49-F238E27FC236}">
                          <a16:creationId xmlns:a16="http://schemas.microsoft.com/office/drawing/2014/main" id="{A5477C1B-D7E1-B3BF-4100-348C3C7572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2111" y="3928996"/>
                      <a:ext cx="639097" cy="1159039"/>
                    </a:xfrm>
                    <a:prstGeom prst="trapezoid">
                      <a:avLst>
                        <a:gd name="adj" fmla="val 17308"/>
                      </a:avLst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06" name="直接连接符 105">
                      <a:extLst>
                        <a:ext uri="{FF2B5EF4-FFF2-40B4-BE49-F238E27FC236}">
                          <a16:creationId xmlns:a16="http://schemas.microsoft.com/office/drawing/2014/main" id="{5EB0E856-6222-1308-20ED-6D7A14072D1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781142" y="4080606"/>
                      <a:ext cx="339001" cy="150018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" name="直接连接符 106">
                      <a:extLst>
                        <a:ext uri="{FF2B5EF4-FFF2-40B4-BE49-F238E27FC236}">
                          <a16:creationId xmlns:a16="http://schemas.microsoft.com/office/drawing/2014/main" id="{30F3B217-DCA4-7ED0-62A6-3055204F71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0517281" y="3747258"/>
                      <a:ext cx="263861" cy="483366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直接连接符 107">
                      <a:extLst>
                        <a:ext uri="{FF2B5EF4-FFF2-40B4-BE49-F238E27FC236}">
                          <a16:creationId xmlns:a16="http://schemas.microsoft.com/office/drawing/2014/main" id="{04E73B6F-34D6-8C2C-F7B0-C2341BB9977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532897" y="4063950"/>
                      <a:ext cx="275292" cy="0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直接连接符 108">
                      <a:extLst>
                        <a:ext uri="{FF2B5EF4-FFF2-40B4-BE49-F238E27FC236}">
                          <a16:creationId xmlns:a16="http://schemas.microsoft.com/office/drawing/2014/main" id="{D2D4265D-8271-3D51-56B2-9C04861897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931888" y="2949605"/>
                      <a:ext cx="113808" cy="647035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0" name="椭圆 109">
                      <a:extLst>
                        <a:ext uri="{FF2B5EF4-FFF2-40B4-BE49-F238E27FC236}">
                          <a16:creationId xmlns:a16="http://schemas.microsoft.com/office/drawing/2014/main" id="{1E9FFFCA-23AB-004B-7AF7-2BF88FF7E3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86211" y="3254176"/>
                      <a:ext cx="644997" cy="644997"/>
                    </a:xfrm>
                    <a:prstGeom prst="ellips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11" name="直接连接符 110">
                      <a:extLst>
                        <a:ext uri="{FF2B5EF4-FFF2-40B4-BE49-F238E27FC236}">
                          <a16:creationId xmlns:a16="http://schemas.microsoft.com/office/drawing/2014/main" id="{42A83DA8-22AA-F5D4-EE7D-C20C29B7D6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818080" y="3541776"/>
                      <a:ext cx="227616" cy="522174"/>
                    </a:xfrm>
                    <a:prstGeom prst="line">
                      <a:avLst/>
                    </a:prstGeom>
                    <a:ln w="57150" cap="rnd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1" name="组合 100">
                    <a:extLst>
                      <a:ext uri="{FF2B5EF4-FFF2-40B4-BE49-F238E27FC236}">
                        <a16:creationId xmlns:a16="http://schemas.microsoft.com/office/drawing/2014/main" id="{D7F99EB3-F229-B96E-3DE8-C9394D086369}"/>
                      </a:ext>
                    </a:extLst>
                  </p:cNvPr>
                  <p:cNvGrpSpPr/>
                  <p:nvPr/>
                </p:nvGrpSpPr>
                <p:grpSpPr>
                  <a:xfrm>
                    <a:off x="10535717" y="4568715"/>
                    <a:ext cx="520742" cy="560053"/>
                    <a:chOff x="10949815" y="4855506"/>
                    <a:chExt cx="375837" cy="404209"/>
                  </a:xfrm>
                </p:grpSpPr>
                <p:sp>
                  <p:nvSpPr>
                    <p:cNvPr id="102" name="平行四边形 101">
                      <a:extLst>
                        <a:ext uri="{FF2B5EF4-FFF2-40B4-BE49-F238E27FC236}">
                          <a16:creationId xmlns:a16="http://schemas.microsoft.com/office/drawing/2014/main" id="{A2A41100-3D79-7FEE-E1C0-9E19235A65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49815" y="4855506"/>
                      <a:ext cx="375837" cy="2502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" name="平行四边形 102">
                      <a:extLst>
                        <a:ext uri="{FF2B5EF4-FFF2-40B4-BE49-F238E27FC236}">
                          <a16:creationId xmlns:a16="http://schemas.microsoft.com/office/drawing/2014/main" id="{9BBC1AA5-8757-913F-EAD7-95AA900F96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7660" y="4951506"/>
                      <a:ext cx="160145" cy="106619"/>
                    </a:xfrm>
                    <a:prstGeom prst="parallelogram">
                      <a:avLst>
                        <a:gd name="adj" fmla="val 20940"/>
                      </a:avLst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" name="矩形 103">
                      <a:extLst>
                        <a:ext uri="{FF2B5EF4-FFF2-40B4-BE49-F238E27FC236}">
                          <a16:creationId xmlns:a16="http://schemas.microsoft.com/office/drawing/2014/main" id="{D1F110FC-CA8A-3562-E0E7-767369B180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12332" y="5009496"/>
                      <a:ext cx="45719" cy="250219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</p:grpSp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682E65B9-C8F8-9838-C266-012EBD81A20F}"/>
                  </a:ext>
                </a:extLst>
              </p:cNvPr>
              <p:cNvCxnSpPr/>
              <p:nvPr/>
            </p:nvCxnSpPr>
            <p:spPr>
              <a:xfrm>
                <a:off x="5397868" y="202325"/>
                <a:ext cx="0" cy="436982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4D6B1FE7-10BC-8C84-9E4D-4384AD2C8245}"/>
                  </a:ext>
                </a:extLst>
              </p:cNvPr>
              <p:cNvSpPr txBox="1"/>
              <p:nvPr/>
            </p:nvSpPr>
            <p:spPr>
              <a:xfrm>
                <a:off x="5129204" y="692211"/>
                <a:ext cx="5373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Exo" pitchFamily="2" charset="0"/>
                  </a:rPr>
                  <a:t>end</a:t>
                </a:r>
                <a:endParaRPr lang="zh-CN" altLang="en-US"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Exo" pitchFamily="2" charset="0"/>
                </a:endParaRPr>
              </a:p>
            </p:txBody>
          </p: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D6031840-49DC-F988-EA80-5CE3A80511CD}"/>
                </a:ext>
              </a:extLst>
            </p:cNvPr>
            <p:cNvGrpSpPr/>
            <p:nvPr/>
          </p:nvGrpSpPr>
          <p:grpSpPr>
            <a:xfrm>
              <a:off x="6264135" y="-1"/>
              <a:ext cx="2520000" cy="2520000"/>
              <a:chOff x="6264135" y="-1"/>
              <a:chExt cx="2520000" cy="2520000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6E4B6B5-AB93-8B17-ABA2-C0975C5E4F75}"/>
                  </a:ext>
                </a:extLst>
              </p:cNvPr>
              <p:cNvSpPr/>
              <p:nvPr/>
            </p:nvSpPr>
            <p:spPr>
              <a:xfrm>
                <a:off x="6264135" y="-1"/>
                <a:ext cx="2520000" cy="2520000"/>
              </a:xfrm>
              <a:prstGeom prst="rect">
                <a:avLst/>
              </a:prstGeom>
              <a:solidFill>
                <a:srgbClr val="E9FF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7" name="图片 116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02FFA10D-1237-C7AA-7A98-7AEBE45DC6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5009" y="1095676"/>
                <a:ext cx="506067" cy="506067"/>
              </a:xfrm>
              <a:prstGeom prst="rect">
                <a:avLst/>
              </a:prstGeom>
            </p:spPr>
          </p:pic>
          <p:pic>
            <p:nvPicPr>
              <p:cNvPr id="119" name="图片 118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B2AC9614-5FD1-61FE-ECBD-8F5A570FC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4084" y="645777"/>
                <a:ext cx="506067" cy="506067"/>
              </a:xfrm>
              <a:prstGeom prst="rect">
                <a:avLst/>
              </a:prstGeom>
            </p:spPr>
          </p:pic>
          <p:pic>
            <p:nvPicPr>
              <p:cNvPr id="121" name="图片 120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F3DF0CEA-9682-EF33-FC5D-79BF6B6C5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25591" y="1189194"/>
                <a:ext cx="506067" cy="506067"/>
              </a:xfrm>
              <a:prstGeom prst="rect">
                <a:avLst/>
              </a:prstGeom>
            </p:spPr>
          </p:pic>
          <p:pic>
            <p:nvPicPr>
              <p:cNvPr id="123" name="图片 122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065AC645-BBA5-0757-A445-28F8CBE0D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7578017" y="1370139"/>
                <a:ext cx="506067" cy="506067"/>
              </a:xfrm>
              <a:prstGeom prst="rect">
                <a:avLst/>
              </a:prstGeom>
            </p:spPr>
          </p:pic>
          <p:pic>
            <p:nvPicPr>
              <p:cNvPr id="125" name="图片 124" descr="https://avatar.bdstatic.com/it/u=2371003702,3188687369&amp;fm=3012&amp;app=3012&amp;autime=1781698511&amp;size=b360,360">
                <a:extLst>
                  <a:ext uri="{FF2B5EF4-FFF2-40B4-BE49-F238E27FC236}">
                    <a16:creationId xmlns:a16="http://schemas.microsoft.com/office/drawing/2014/main" id="{F17D8DD2-8DB7-3AD5-57BA-49B5E0341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7486480" y="773823"/>
                <a:ext cx="506067" cy="506067"/>
              </a:xfrm>
              <a:prstGeom prst="rect">
                <a:avLst/>
              </a:prstGeom>
            </p:spPr>
          </p:pic>
          <p:cxnSp>
            <p:nvCxnSpPr>
              <p:cNvPr id="127" name="直接箭头连接符 126">
                <a:extLst>
                  <a:ext uri="{FF2B5EF4-FFF2-40B4-BE49-F238E27FC236}">
                    <a16:creationId xmlns:a16="http://schemas.microsoft.com/office/drawing/2014/main" id="{EB70D964-6237-3C28-5A3D-1DDC63229713}"/>
                  </a:ext>
                </a:extLst>
              </p:cNvPr>
              <p:cNvCxnSpPr/>
              <p:nvPr/>
            </p:nvCxnSpPr>
            <p:spPr>
              <a:xfrm flipH="1">
                <a:off x="6719212" y="529617"/>
                <a:ext cx="175210" cy="485625"/>
              </a:xfrm>
              <a:prstGeom prst="straightConnector1">
                <a:avLst/>
              </a:prstGeom>
              <a:ln w="76200" cap="rnd">
                <a:solidFill>
                  <a:srgbClr val="3D580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620AD6BF-1201-176A-98A7-CF0557460ECC}"/>
                </a:ext>
              </a:extLst>
            </p:cNvPr>
            <p:cNvGrpSpPr/>
            <p:nvPr/>
          </p:nvGrpSpPr>
          <p:grpSpPr>
            <a:xfrm>
              <a:off x="1979729" y="3087836"/>
              <a:ext cx="2520000" cy="2520000"/>
              <a:chOff x="1979729" y="3166492"/>
              <a:chExt cx="2520000" cy="2520000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15B09BA-202F-5892-7E4C-860E0B32C6AA}"/>
                  </a:ext>
                </a:extLst>
              </p:cNvPr>
              <p:cNvSpPr/>
              <p:nvPr/>
            </p:nvSpPr>
            <p:spPr>
              <a:xfrm>
                <a:off x="1979729" y="3166492"/>
                <a:ext cx="2520000" cy="2520000"/>
              </a:xfrm>
              <a:prstGeom prst="rect">
                <a:avLst/>
              </a:prstGeom>
              <a:solidFill>
                <a:srgbClr val="D5D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EFDEAED7-FD6D-FC34-9880-F8262E67AA63}"/>
                  </a:ext>
                </a:extLst>
              </p:cNvPr>
              <p:cNvGrpSpPr/>
              <p:nvPr/>
            </p:nvGrpSpPr>
            <p:grpSpPr>
              <a:xfrm>
                <a:off x="2127519" y="3316984"/>
                <a:ext cx="2224420" cy="2224420"/>
                <a:chOff x="32951" y="3888702"/>
                <a:chExt cx="1797790" cy="1797790"/>
              </a:xfrm>
            </p:grpSpPr>
            <p:cxnSp>
              <p:nvCxnSpPr>
                <p:cNvPr id="134" name="直接连接符 133">
                  <a:extLst>
                    <a:ext uri="{FF2B5EF4-FFF2-40B4-BE49-F238E27FC236}">
                      <a16:creationId xmlns:a16="http://schemas.microsoft.com/office/drawing/2014/main" id="{66421EDA-C6CD-6E4E-FCCC-437753EC295F}"/>
                    </a:ext>
                  </a:extLst>
                </p:cNvPr>
                <p:cNvCxnSpPr/>
                <p:nvPr/>
              </p:nvCxnSpPr>
              <p:spPr>
                <a:xfrm>
                  <a:off x="32951" y="4460270"/>
                  <a:ext cx="1797790" cy="0"/>
                </a:xfrm>
                <a:prstGeom prst="line">
                  <a:avLst/>
                </a:prstGeom>
                <a:ln w="50800" cap="rnd">
                  <a:solidFill>
                    <a:srgbClr val="001B7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连接符 134">
                  <a:extLst>
                    <a:ext uri="{FF2B5EF4-FFF2-40B4-BE49-F238E27FC236}">
                      <a16:creationId xmlns:a16="http://schemas.microsoft.com/office/drawing/2014/main" id="{5E450F89-90D9-95AB-7C38-EAB771C0ACB5}"/>
                    </a:ext>
                  </a:extLst>
                </p:cNvPr>
                <p:cNvCxnSpPr/>
                <p:nvPr/>
              </p:nvCxnSpPr>
              <p:spPr>
                <a:xfrm>
                  <a:off x="32951" y="5114924"/>
                  <a:ext cx="1797790" cy="0"/>
                </a:xfrm>
                <a:prstGeom prst="line">
                  <a:avLst/>
                </a:prstGeom>
                <a:ln w="50800" cap="rnd">
                  <a:solidFill>
                    <a:srgbClr val="001B7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169AA3AD-8429-D03B-FDE6-91D6D2ADF74D}"/>
                    </a:ext>
                  </a:extLst>
                </p:cNvPr>
                <p:cNvCxnSpPr/>
                <p:nvPr/>
              </p:nvCxnSpPr>
              <p:spPr>
                <a:xfrm rot="5400000">
                  <a:off x="360278" y="4787597"/>
                  <a:ext cx="1797790" cy="0"/>
                </a:xfrm>
                <a:prstGeom prst="line">
                  <a:avLst/>
                </a:prstGeom>
                <a:ln w="50800" cap="rnd">
                  <a:solidFill>
                    <a:srgbClr val="001B7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>
                  <a:extLst>
                    <a:ext uri="{FF2B5EF4-FFF2-40B4-BE49-F238E27FC236}">
                      <a16:creationId xmlns:a16="http://schemas.microsoft.com/office/drawing/2014/main" id="{6DDC494C-1AB4-0610-76D9-8B599264AED8}"/>
                    </a:ext>
                  </a:extLst>
                </p:cNvPr>
                <p:cNvCxnSpPr/>
                <p:nvPr/>
              </p:nvCxnSpPr>
              <p:spPr>
                <a:xfrm rot="5400000">
                  <a:off x="-294376" y="4787597"/>
                  <a:ext cx="1797790" cy="0"/>
                </a:xfrm>
                <a:prstGeom prst="line">
                  <a:avLst/>
                </a:prstGeom>
                <a:ln w="50800" cap="rnd">
                  <a:solidFill>
                    <a:srgbClr val="001B7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456D03AF-25D4-BCA4-F37C-1F91717881CF}"/>
                  </a:ext>
                </a:extLst>
              </p:cNvPr>
              <p:cNvSpPr/>
              <p:nvPr/>
            </p:nvSpPr>
            <p:spPr>
              <a:xfrm rot="20517703">
                <a:off x="2978183" y="4173100"/>
                <a:ext cx="523091" cy="523091"/>
              </a:xfrm>
              <a:prstGeom prst="ellipse">
                <a:avLst/>
              </a:prstGeom>
              <a:noFill/>
              <a:ln w="76200">
                <a:solidFill>
                  <a:srgbClr val="001B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rgbClr val="001B70"/>
                    </a:solidFill>
                    <a:latin typeface="Exo" pitchFamily="2" charset="0"/>
                  </a:rPr>
                  <a:t>!</a:t>
                </a:r>
                <a:endParaRPr lang="zh-CN" altLang="en-US" sz="2400" b="1">
                  <a:solidFill>
                    <a:srgbClr val="001B70"/>
                  </a:solidFill>
                  <a:latin typeface="Exo" pitchFamily="2" charset="0"/>
                </a:endParaRPr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ABED7CBB-4847-F68D-46D0-F04AE33F5F9C}"/>
                  </a:ext>
                </a:extLst>
              </p:cNvPr>
              <p:cNvSpPr/>
              <p:nvPr/>
            </p:nvSpPr>
            <p:spPr>
              <a:xfrm rot="597362">
                <a:off x="2195031" y="3362663"/>
                <a:ext cx="523091" cy="523091"/>
              </a:xfrm>
              <a:prstGeom prst="ellipse">
                <a:avLst/>
              </a:prstGeom>
              <a:noFill/>
              <a:ln w="76200">
                <a:solidFill>
                  <a:srgbClr val="001B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rgbClr val="001B70"/>
                    </a:solidFill>
                    <a:latin typeface="Exo" pitchFamily="2" charset="0"/>
                  </a:rPr>
                  <a:t>!</a:t>
                </a:r>
                <a:endParaRPr lang="zh-CN" altLang="en-US" sz="2400" b="1">
                  <a:solidFill>
                    <a:srgbClr val="001B70"/>
                  </a:solidFill>
                  <a:latin typeface="Exo" pitchFamily="2" charset="0"/>
                </a:endParaRPr>
              </a:p>
            </p:txBody>
          </p:sp>
          <p:grpSp>
            <p:nvGrpSpPr>
              <p:cNvPr id="151" name="组合 150">
                <a:extLst>
                  <a:ext uri="{FF2B5EF4-FFF2-40B4-BE49-F238E27FC236}">
                    <a16:creationId xmlns:a16="http://schemas.microsoft.com/office/drawing/2014/main" id="{D301D255-D2D6-9DA9-E0D5-27DA8E61AEAF}"/>
                  </a:ext>
                </a:extLst>
              </p:cNvPr>
              <p:cNvGrpSpPr/>
              <p:nvPr/>
            </p:nvGrpSpPr>
            <p:grpSpPr>
              <a:xfrm rot="388636">
                <a:off x="3785579" y="4799333"/>
                <a:ext cx="512182" cy="690156"/>
                <a:chOff x="442451" y="3832683"/>
                <a:chExt cx="512182" cy="690156"/>
              </a:xfrm>
            </p:grpSpPr>
            <p:grpSp>
              <p:nvGrpSpPr>
                <p:cNvPr id="149" name="组合 148">
                  <a:extLst>
                    <a:ext uri="{FF2B5EF4-FFF2-40B4-BE49-F238E27FC236}">
                      <a16:creationId xmlns:a16="http://schemas.microsoft.com/office/drawing/2014/main" id="{351E123A-9561-AE3B-0785-28CBB19C6BD7}"/>
                    </a:ext>
                  </a:extLst>
                </p:cNvPr>
                <p:cNvGrpSpPr/>
                <p:nvPr/>
              </p:nvGrpSpPr>
              <p:grpSpPr>
                <a:xfrm>
                  <a:off x="442451" y="4024189"/>
                  <a:ext cx="512182" cy="498650"/>
                  <a:chOff x="432619" y="4024189"/>
                  <a:chExt cx="512182" cy="498650"/>
                </a:xfrm>
              </p:grpSpPr>
              <p:cxnSp>
                <p:nvCxnSpPr>
                  <p:cNvPr id="147" name="直接连接符 146">
                    <a:extLst>
                      <a:ext uri="{FF2B5EF4-FFF2-40B4-BE49-F238E27FC236}">
                        <a16:creationId xmlns:a16="http://schemas.microsoft.com/office/drawing/2014/main" id="{ACD29661-C8BA-5C43-7B9C-699D541F8459}"/>
                      </a:ext>
                    </a:extLst>
                  </p:cNvPr>
                  <p:cNvCxnSpPr/>
                  <p:nvPr/>
                </p:nvCxnSpPr>
                <p:spPr>
                  <a:xfrm>
                    <a:off x="432619" y="4024190"/>
                    <a:ext cx="498649" cy="498649"/>
                  </a:xfrm>
                  <a:prstGeom prst="line">
                    <a:avLst/>
                  </a:prstGeom>
                  <a:ln w="76200" cap="rnd">
                    <a:solidFill>
                      <a:srgbClr val="001B7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直接连接符 147">
                    <a:extLst>
                      <a:ext uri="{FF2B5EF4-FFF2-40B4-BE49-F238E27FC236}">
                        <a16:creationId xmlns:a16="http://schemas.microsoft.com/office/drawing/2014/main" id="{5E26BC4D-0178-AF17-A2B9-5B7432DB34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46152" y="4024189"/>
                    <a:ext cx="498649" cy="498649"/>
                  </a:xfrm>
                  <a:prstGeom prst="line">
                    <a:avLst/>
                  </a:prstGeom>
                  <a:ln w="76200" cap="rnd">
                    <a:solidFill>
                      <a:srgbClr val="001B7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6C427377-257D-928B-E408-1103C9316B9B}"/>
                    </a:ext>
                  </a:extLst>
                </p:cNvPr>
                <p:cNvSpPr txBox="1"/>
                <p:nvPr/>
              </p:nvSpPr>
              <p:spPr>
                <a:xfrm>
                  <a:off x="566897" y="3832683"/>
                  <a:ext cx="26802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2400" b="1">
                      <a:solidFill>
                        <a:srgbClr val="001B70"/>
                      </a:solidFill>
                      <a:latin typeface="Exo" pitchFamily="2" charset="0"/>
                    </a:rPr>
                    <a:t>!</a:t>
                  </a:r>
                  <a:endParaRPr lang="zh-CN" altLang="en-US" sz="2400" b="1">
                    <a:solidFill>
                      <a:srgbClr val="001B70"/>
                    </a:solidFill>
                    <a:latin typeface="Exo" pitchFamily="2" charset="0"/>
                  </a:endParaRPr>
                </a:p>
              </p:txBody>
            </p:sp>
          </p:grpSp>
        </p:grpSp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2A80F457-BAC3-0566-A02A-421D14FCEB01}"/>
                </a:ext>
              </a:extLst>
            </p:cNvPr>
            <p:cNvGrpSpPr/>
            <p:nvPr/>
          </p:nvGrpSpPr>
          <p:grpSpPr>
            <a:xfrm>
              <a:off x="5017750" y="3269584"/>
              <a:ext cx="2156499" cy="2156499"/>
              <a:chOff x="5017750" y="3348240"/>
              <a:chExt cx="2156499" cy="2156499"/>
            </a:xfrm>
          </p:grpSpPr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3FCCF0A7-21CB-0BCC-4911-0F66DDF63126}"/>
                  </a:ext>
                </a:extLst>
              </p:cNvPr>
              <p:cNvSpPr/>
              <p:nvPr/>
            </p:nvSpPr>
            <p:spPr>
              <a:xfrm>
                <a:off x="5039798" y="3370289"/>
                <a:ext cx="2112404" cy="21124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5" name="图形 154" descr="拳击手套 纯色填充">
                <a:extLst>
                  <a:ext uri="{FF2B5EF4-FFF2-40B4-BE49-F238E27FC236}">
                    <a16:creationId xmlns:a16="http://schemas.microsoft.com/office/drawing/2014/main" id="{2179CBAE-8ECD-E34D-17F9-A92E49032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4205397">
                <a:off x="5246365" y="4037229"/>
                <a:ext cx="726392" cy="726392"/>
              </a:xfrm>
              <a:prstGeom prst="rect">
                <a:avLst/>
              </a:prstGeom>
            </p:spPr>
          </p:pic>
          <p:pic>
            <p:nvPicPr>
              <p:cNvPr id="157" name="图形 156" descr="音乐 纯色填充">
                <a:extLst>
                  <a:ext uri="{FF2B5EF4-FFF2-40B4-BE49-F238E27FC236}">
                    <a16:creationId xmlns:a16="http://schemas.microsoft.com/office/drawing/2014/main" id="{E57E15B6-F726-B78A-2838-EB7261E953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16736" y="3775919"/>
                <a:ext cx="1128620" cy="1301142"/>
              </a:xfrm>
              <a:prstGeom prst="rect">
                <a:avLst/>
              </a:prstGeom>
            </p:spPr>
          </p:pic>
          <p:sp>
            <p:nvSpPr>
              <p:cNvPr id="153" name="禁止符 152">
                <a:extLst>
                  <a:ext uri="{FF2B5EF4-FFF2-40B4-BE49-F238E27FC236}">
                    <a16:creationId xmlns:a16="http://schemas.microsoft.com/office/drawing/2014/main" id="{8ED0D88A-E9E1-EECF-B902-310A4124148C}"/>
                  </a:ext>
                </a:extLst>
              </p:cNvPr>
              <p:cNvSpPr/>
              <p:nvPr/>
            </p:nvSpPr>
            <p:spPr>
              <a:xfrm>
                <a:off x="5017750" y="3348240"/>
                <a:ext cx="2156499" cy="2156499"/>
              </a:xfrm>
              <a:prstGeom prst="noSmoking">
                <a:avLst>
                  <a:gd name="adj" fmla="val 9877"/>
                </a:avLst>
              </a:prstGeom>
              <a:solidFill>
                <a:srgbClr val="E4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070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Exo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107</Words>
  <Application>Microsoft Office PowerPoint</Application>
  <PresentationFormat>宽屏</PresentationFormat>
  <Paragraphs>68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思源黑体 CN</vt:lpstr>
      <vt:lpstr>Arial</vt:lpstr>
      <vt:lpstr>Exo</vt:lpstr>
      <vt:lpstr>Exo Black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 Zheng</dc:creator>
  <cp:lastModifiedBy>XY Zheng</cp:lastModifiedBy>
  <cp:revision>4</cp:revision>
  <dcterms:created xsi:type="dcterms:W3CDTF">2026-07-02T13:30:17Z</dcterms:created>
  <dcterms:modified xsi:type="dcterms:W3CDTF">2026-07-05T05:48:37Z</dcterms:modified>
</cp:coreProperties>
</file>