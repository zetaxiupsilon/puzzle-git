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B41"/>
    <a:srgbClr val="5FF3B0"/>
    <a:srgbClr val="93EE60"/>
    <a:srgbClr val="F1DB6B"/>
    <a:srgbClr val="F59D4D"/>
    <a:srgbClr val="F07070"/>
    <a:srgbClr val="518EF1"/>
    <a:srgbClr val="5EF0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0993B-23A5-4E50-B529-3C585E6816F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5CE52-7386-40B8-A183-8D31DB0BE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57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5CE52-7386-40B8-A183-8D31DB0BE3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3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E0F-8193-2EF1-2BDF-4CF11237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838308-CD5A-1D9D-8177-9582347C4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7FDACA-9B1C-343C-29A3-60407CE37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07C609-8A68-7CFF-A56A-EA537D8BF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5CE52-7386-40B8-A183-8D31DB0BE3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73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1AD26-7C42-51AC-FB8B-124213814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9E6519-22F5-4DB3-3C40-AE22D743C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9A557-3819-9C70-3DA7-2E54E3F1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3B4E-5EB8-0679-C82E-2464237B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5004D-E932-5754-DBDE-57E93335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7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A6573-974C-0E02-7F45-D747F9E1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10BB83-4E64-291A-4491-DF483DDC1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6817A9-BD12-4761-F034-77F57866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CBCEA-4A2E-89C0-E4BF-E18132A5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E1A23-D69F-D708-1A0B-97177798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43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A0E19-379C-103D-96FA-059461C3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F1EE02-C702-0C26-D77D-96DD118E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2F23A-4DA1-7968-954B-90510C09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C1B51B-2CC0-18D5-C361-C9CE5DCB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8BE2F-9F73-4745-3D6B-EFEC933F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78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26336-B98F-1370-B476-48AD8331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79745-08DF-414B-E654-8EFD500DF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0BA29C-774C-22C1-88C0-EF9761216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7F2982-1B9D-A121-DE9D-5A524C42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39944C-F9A5-228A-EF5F-661B008A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09D1FE-5483-6A05-1D68-200B377C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0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BE1D8-B629-8787-E2B0-78D040AE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6D1FD0-6CD3-AFD4-4305-E522A748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39B30-2C35-EE4A-B2E4-20DF78424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B20534-6C3B-82F8-340A-A2C510D7C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6C36A5-B9D0-314D-0F3B-D2431AD35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195314-5F3D-3F05-8AE5-C9B12E8C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7BFD1A-B0ED-9003-688C-576B67C9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1EAAE7-00F3-741C-4353-F89BCF3C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6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59BA7-82B3-4ECB-FDF9-8B88225E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149248-2C78-1B85-9793-17F53389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577920-20C7-3F0C-976A-CB71D5CE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3564B9-F076-1EB0-C59C-5110E76D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1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B1EE4A-0E74-5596-62BE-E622BF28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E1674F-0452-6B07-F960-1A9D1BDD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C89A5-C2F8-CD0C-E92A-CB1B12CF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3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56FD9-174A-2A32-CB3C-857842BA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BF583-BFCA-D610-493D-F87D4CB20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EC1B91-218F-5B0D-1443-4D8D0392E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3A5540-1F94-A6EA-35B5-DED5D27B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D27851-5D4C-ECB2-DE06-B8D5996C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B9F3AB-EBF8-6AD8-ED42-66684C58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13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3D0EC-064E-DC80-597E-2D7368C25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D0402C-DC58-D07F-CC55-FC3C41365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9C740B-A104-A15D-DE82-0841D0E79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8F66BC-0213-34EF-D3FE-E4809F04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59A9E2-6913-DAC7-590B-F62CD13A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9E5861-AB7A-6E61-E35F-6AF2FFF2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0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F6A51-E113-BB10-5C77-55ED5BEA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A2706A-6F25-2E15-7308-4290A9A29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A4697-EB3F-5CDB-68A4-0AA69BEA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CD1A0-2833-7CCB-C799-E5521123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46CA7-3EB0-68EE-A13A-B5793D28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71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77F20D-36FB-48D6-4688-F71C7E143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546F46-7D7C-F33C-F7BA-14231B823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C78C9-50C2-57CF-DF48-4545E4AB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5E48C-3D85-FABD-8593-3EBBE834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FBCF66-F99B-E71B-13AF-34F66D48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77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C17CF1-C1CA-A1D1-F21D-559A32A7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8ED4B2-CEA1-D32F-C8A7-257133748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752DBC-F64B-28AE-9987-0BA06D865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EB8E8-EE7D-43DC-A89A-86D3C8F423D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01DFD-EF67-72F4-E373-57962F891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8B8E1D-8931-B08D-7DE8-BAE9B577D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7F7C6-F2D7-424E-B23C-91DA98675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67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BC0C-9DBA-AE14-DC78-6C2ED7A5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1D833425-9E04-7BC0-1231-2AE5376A7E74}"/>
              </a:ext>
            </a:extLst>
          </p:cNvPr>
          <p:cNvGrpSpPr/>
          <p:nvPr/>
        </p:nvGrpSpPr>
        <p:grpSpPr>
          <a:xfrm>
            <a:off x="0" y="0"/>
            <a:ext cx="10296000" cy="6934200"/>
            <a:chOff x="0" y="0"/>
            <a:chExt cx="10296000" cy="6934200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93D58C7A-349F-E521-6F10-3CBD5261657A}"/>
                </a:ext>
              </a:extLst>
            </p:cNvPr>
            <p:cNvSpPr/>
            <p:nvPr/>
          </p:nvSpPr>
          <p:spPr>
            <a:xfrm>
              <a:off x="0" y="0"/>
              <a:ext cx="10296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08ECC2-DF17-5CB3-6092-2C922CA4CA05}"/>
                </a:ext>
              </a:extLst>
            </p:cNvPr>
            <p:cNvSpPr txBox="1"/>
            <p:nvPr/>
          </p:nvSpPr>
          <p:spPr>
            <a:xfrm>
              <a:off x="221640" y="183805"/>
              <a:ext cx="2023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重要时刻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54CD373-7BA9-F1C3-E5F6-B52D9F2FCFB5}"/>
                </a:ext>
              </a:extLst>
            </p:cNvPr>
            <p:cNvSpPr txBox="1"/>
            <p:nvPr/>
          </p:nvSpPr>
          <p:spPr>
            <a:xfrm>
              <a:off x="7744198" y="261331"/>
              <a:ext cx="23725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  <a:endParaRPr lang="zh-CN" altLang="en-US" sz="200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0A51E11-4E10-22DA-AC25-60C2A595954D}"/>
                </a:ext>
              </a:extLst>
            </p:cNvPr>
            <p:cNvGrpSpPr/>
            <p:nvPr/>
          </p:nvGrpSpPr>
          <p:grpSpPr>
            <a:xfrm>
              <a:off x="4094280" y="752399"/>
              <a:ext cx="2115904" cy="997345"/>
              <a:chOff x="2542047" y="1066145"/>
              <a:chExt cx="2115904" cy="997345"/>
            </a:xfrm>
          </p:grpSpPr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FEEA2DA9-C858-1DC6-7AC9-10B4365F68DF}"/>
                  </a:ext>
                </a:extLst>
              </p:cNvPr>
              <p:cNvGrpSpPr/>
              <p:nvPr/>
            </p:nvGrpSpPr>
            <p:grpSpPr>
              <a:xfrm>
                <a:off x="2924032" y="1066145"/>
                <a:ext cx="1351936" cy="599768"/>
                <a:chOff x="8681883" y="1238865"/>
                <a:chExt cx="1351936" cy="599768"/>
              </a:xfrm>
            </p:grpSpPr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A9B306C2-386D-2F8A-C5EA-D5FB14AC0B6C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07070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248A8D06-A56C-9DA2-97AA-990786FA91D5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D9B0507-3CF5-6144-2799-CDB87EBE0EFD}"/>
                  </a:ext>
                </a:extLst>
              </p:cNvPr>
              <p:cNvGrpSpPr/>
              <p:nvPr/>
            </p:nvGrpSpPr>
            <p:grpSpPr>
              <a:xfrm>
                <a:off x="2542047" y="1799002"/>
                <a:ext cx="2115904" cy="264488"/>
                <a:chOff x="7851057" y="2829232"/>
                <a:chExt cx="2115904" cy="264488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83367B4A-C22B-BDD4-850E-11BCDF59AAAA}"/>
                    </a:ext>
                  </a:extLst>
                </p:cNvPr>
                <p:cNvSpPr/>
                <p:nvPr/>
              </p:nvSpPr>
              <p:spPr>
                <a:xfrm>
                  <a:off x="7851057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A63BA863-9AED-673F-7782-0C74D21C3ACA}"/>
                    </a:ext>
                  </a:extLst>
                </p:cNvPr>
                <p:cNvSpPr/>
                <p:nvPr/>
              </p:nvSpPr>
              <p:spPr>
                <a:xfrm>
                  <a:off x="8115545" y="2829232"/>
                  <a:ext cx="264488" cy="264488"/>
                </a:xfrm>
                <a:prstGeom prst="rect">
                  <a:avLst/>
                </a:prstGeom>
                <a:solidFill>
                  <a:srgbClr val="F0707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C78BBF36-E2A9-20CE-E520-DEB662948822}"/>
                    </a:ext>
                  </a:extLst>
                </p:cNvPr>
                <p:cNvSpPr/>
                <p:nvPr/>
              </p:nvSpPr>
              <p:spPr>
                <a:xfrm>
                  <a:off x="8380033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F4279239-F851-C076-817E-B1DA154B3350}"/>
                    </a:ext>
                  </a:extLst>
                </p:cNvPr>
                <p:cNvSpPr/>
                <p:nvPr/>
              </p:nvSpPr>
              <p:spPr>
                <a:xfrm>
                  <a:off x="8644521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E96D5D7-7250-3A48-709D-8B27771C0744}"/>
                    </a:ext>
                  </a:extLst>
                </p:cNvPr>
                <p:cNvSpPr/>
                <p:nvPr/>
              </p:nvSpPr>
              <p:spPr>
                <a:xfrm>
                  <a:off x="8909009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rgbClr val="C00000"/>
                      </a:solidFill>
                    </a:rPr>
                    <a:t>3</a:t>
                  </a:r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BD6F251-DF9A-7CA8-B543-20D5B879563B}"/>
                    </a:ext>
                  </a:extLst>
                </p:cNvPr>
                <p:cNvSpPr/>
                <p:nvPr/>
              </p:nvSpPr>
              <p:spPr>
                <a:xfrm>
                  <a:off x="9173497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rgbClr val="C00000"/>
                      </a:solidFill>
                    </a:rPr>
                    <a:t>4</a:t>
                  </a:r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02D1EE56-4F62-515D-1E61-A7ADA2B0CD27}"/>
                    </a:ext>
                  </a:extLst>
                </p:cNvPr>
                <p:cNvSpPr/>
                <p:nvPr/>
              </p:nvSpPr>
              <p:spPr>
                <a:xfrm>
                  <a:off x="9437985" y="2829232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1A6A2736-9380-F8BC-7ACD-4EDE1B18394F}"/>
                    </a:ext>
                  </a:extLst>
                </p:cNvPr>
                <p:cNvSpPr/>
                <p:nvPr/>
              </p:nvSpPr>
              <p:spPr>
                <a:xfrm>
                  <a:off x="9702473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756CAE0-9691-3F4A-F5CB-BAE85B6069B4}"/>
                </a:ext>
              </a:extLst>
            </p:cNvPr>
            <p:cNvGrpSpPr/>
            <p:nvPr/>
          </p:nvGrpSpPr>
          <p:grpSpPr>
            <a:xfrm>
              <a:off x="3292472" y="2921779"/>
              <a:ext cx="3700537" cy="997345"/>
              <a:chOff x="1748583" y="2493952"/>
              <a:chExt cx="3700537" cy="997345"/>
            </a:xfrm>
          </p:grpSpPr>
          <p:grpSp>
            <p:nvGrpSpPr>
              <p:cNvPr id="165" name="组合 164">
                <a:extLst>
                  <a:ext uri="{FF2B5EF4-FFF2-40B4-BE49-F238E27FC236}">
                    <a16:creationId xmlns:a16="http://schemas.microsoft.com/office/drawing/2014/main" id="{C679AB88-2F90-BE97-8397-3C628D381205}"/>
                  </a:ext>
                </a:extLst>
              </p:cNvPr>
              <p:cNvGrpSpPr/>
              <p:nvPr/>
            </p:nvGrpSpPr>
            <p:grpSpPr>
              <a:xfrm>
                <a:off x="1748583" y="3226809"/>
                <a:ext cx="3700537" cy="264488"/>
                <a:chOff x="7851057" y="3860472"/>
                <a:chExt cx="3700537" cy="2644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69D48EFF-7EB5-03F7-D471-DE5DC0361DAC}"/>
                    </a:ext>
                  </a:extLst>
                </p:cNvPr>
                <p:cNvSpPr/>
                <p:nvPr/>
              </p:nvSpPr>
              <p:spPr>
                <a:xfrm>
                  <a:off x="7851057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9E89ABA0-6A2B-7236-0157-CF3209168571}"/>
                    </a:ext>
                  </a:extLst>
                </p:cNvPr>
                <p:cNvSpPr/>
                <p:nvPr/>
              </p:nvSpPr>
              <p:spPr>
                <a:xfrm>
                  <a:off x="8115545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DABA58A0-5AFB-5FAF-9A92-840432BC2165}"/>
                    </a:ext>
                  </a:extLst>
                </p:cNvPr>
                <p:cNvSpPr/>
                <p:nvPr/>
              </p:nvSpPr>
              <p:spPr>
                <a:xfrm>
                  <a:off x="8380033" y="3860472"/>
                  <a:ext cx="264488" cy="264488"/>
                </a:xfrm>
                <a:prstGeom prst="rect">
                  <a:avLst/>
                </a:prstGeom>
                <a:solidFill>
                  <a:srgbClr val="F59D4D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F40610CB-4138-74F1-44AC-CBF8D5D3F8B7}"/>
                    </a:ext>
                  </a:extLst>
                </p:cNvPr>
                <p:cNvSpPr/>
                <p:nvPr/>
              </p:nvSpPr>
              <p:spPr>
                <a:xfrm>
                  <a:off x="8644521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142A35DB-9941-FA27-0D71-19891A535E96}"/>
                    </a:ext>
                  </a:extLst>
                </p:cNvPr>
                <p:cNvSpPr/>
                <p:nvPr/>
              </p:nvSpPr>
              <p:spPr>
                <a:xfrm>
                  <a:off x="8909009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612FA5B-6C4F-653E-0008-DDAAD702E035}"/>
                    </a:ext>
                  </a:extLst>
                </p:cNvPr>
                <p:cNvSpPr/>
                <p:nvPr/>
              </p:nvSpPr>
              <p:spPr>
                <a:xfrm>
                  <a:off x="9173497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1E6209AC-4A7C-E06B-49B9-21CF96B6572A}"/>
                    </a:ext>
                  </a:extLst>
                </p:cNvPr>
                <p:cNvSpPr/>
                <p:nvPr/>
              </p:nvSpPr>
              <p:spPr>
                <a:xfrm>
                  <a:off x="9437985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EEC584F7-194F-00F3-D96C-BC57AD8FFCDD}"/>
                    </a:ext>
                  </a:extLst>
                </p:cNvPr>
                <p:cNvSpPr/>
                <p:nvPr/>
              </p:nvSpPr>
              <p:spPr>
                <a:xfrm>
                  <a:off x="9702473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B09871CD-470B-AA10-041B-2CE3C6A24D59}"/>
                    </a:ext>
                  </a:extLst>
                </p:cNvPr>
                <p:cNvSpPr/>
                <p:nvPr/>
              </p:nvSpPr>
              <p:spPr>
                <a:xfrm>
                  <a:off x="9964666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F80389AD-40D7-EF36-7D92-58A759F18D11}"/>
                    </a:ext>
                  </a:extLst>
                </p:cNvPr>
                <p:cNvSpPr/>
                <p:nvPr/>
              </p:nvSpPr>
              <p:spPr>
                <a:xfrm>
                  <a:off x="10229154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291F4FBE-487D-3CDB-3412-0E4E9321C67E}"/>
                    </a:ext>
                  </a:extLst>
                </p:cNvPr>
                <p:cNvSpPr/>
                <p:nvPr/>
              </p:nvSpPr>
              <p:spPr>
                <a:xfrm>
                  <a:off x="10493642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B462DBA7-AC6C-1A9F-2F91-1A0BBA982707}"/>
                    </a:ext>
                  </a:extLst>
                </p:cNvPr>
                <p:cNvSpPr/>
                <p:nvPr/>
              </p:nvSpPr>
              <p:spPr>
                <a:xfrm>
                  <a:off x="10758130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96EF7289-3463-7455-B245-A0E66921D591}"/>
                    </a:ext>
                  </a:extLst>
                </p:cNvPr>
                <p:cNvSpPr/>
                <p:nvPr/>
              </p:nvSpPr>
              <p:spPr>
                <a:xfrm>
                  <a:off x="11022618" y="3860472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64251448-A1D2-E9EC-2289-311A8AC6779D}"/>
                    </a:ext>
                  </a:extLst>
                </p:cNvPr>
                <p:cNvSpPr/>
                <p:nvPr/>
              </p:nvSpPr>
              <p:spPr>
                <a:xfrm>
                  <a:off x="11287106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6ED3EEF5-4171-05F2-1849-C17BB6029A63}"/>
                  </a:ext>
                </a:extLst>
              </p:cNvPr>
              <p:cNvGrpSpPr/>
              <p:nvPr/>
            </p:nvGrpSpPr>
            <p:grpSpPr>
              <a:xfrm>
                <a:off x="2924032" y="2493952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0FB46D77-1CD5-F0F1-942D-FCA61D6C15BB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59D4D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9" name="矩形 168">
                  <a:extLst>
                    <a:ext uri="{FF2B5EF4-FFF2-40B4-BE49-F238E27FC236}">
                      <a16:creationId xmlns:a16="http://schemas.microsoft.com/office/drawing/2014/main" id="{EDDE2075-1EDF-2398-72F8-E43B63216570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7D85300-F0FE-F07A-A001-4F82AA36FA55}"/>
                </a:ext>
              </a:extLst>
            </p:cNvPr>
            <p:cNvGrpSpPr/>
            <p:nvPr/>
          </p:nvGrpSpPr>
          <p:grpSpPr>
            <a:xfrm>
              <a:off x="5427061" y="5621999"/>
              <a:ext cx="2907073" cy="997345"/>
              <a:chOff x="2146463" y="3921759"/>
              <a:chExt cx="2907073" cy="997345"/>
            </a:xfrm>
          </p:grpSpPr>
          <p:grpSp>
            <p:nvGrpSpPr>
              <p:cNvPr id="164" name="组合 163">
                <a:extLst>
                  <a:ext uri="{FF2B5EF4-FFF2-40B4-BE49-F238E27FC236}">
                    <a16:creationId xmlns:a16="http://schemas.microsoft.com/office/drawing/2014/main" id="{ADF31F8E-527D-635F-21E1-6C45711EB1BB}"/>
                  </a:ext>
                </a:extLst>
              </p:cNvPr>
              <p:cNvGrpSpPr/>
              <p:nvPr/>
            </p:nvGrpSpPr>
            <p:grpSpPr>
              <a:xfrm>
                <a:off x="2146463" y="4654616"/>
                <a:ext cx="2907073" cy="264488"/>
                <a:chOff x="7869083" y="4596744"/>
                <a:chExt cx="2907073" cy="264488"/>
              </a:xfrm>
            </p:grpSpPr>
            <p:sp>
              <p:nvSpPr>
                <p:cNvPr id="143" name="矩形 142">
                  <a:extLst>
                    <a:ext uri="{FF2B5EF4-FFF2-40B4-BE49-F238E27FC236}">
                      <a16:creationId xmlns:a16="http://schemas.microsoft.com/office/drawing/2014/main" id="{00CB6CB4-4BCB-6FF4-3EBB-5DC3E210A5C8}"/>
                    </a:ext>
                  </a:extLst>
                </p:cNvPr>
                <p:cNvSpPr/>
                <p:nvPr/>
              </p:nvSpPr>
              <p:spPr>
                <a:xfrm>
                  <a:off x="7869083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C5923639-6CA5-689F-3409-CA58501CCBD6}"/>
                    </a:ext>
                  </a:extLst>
                </p:cNvPr>
                <p:cNvSpPr/>
                <p:nvPr/>
              </p:nvSpPr>
              <p:spPr>
                <a:xfrm>
                  <a:off x="8133571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7" name="矩形 146">
                  <a:extLst>
                    <a:ext uri="{FF2B5EF4-FFF2-40B4-BE49-F238E27FC236}">
                      <a16:creationId xmlns:a16="http://schemas.microsoft.com/office/drawing/2014/main" id="{66CBB655-6897-8766-1B5B-D58F6F4A468D}"/>
                    </a:ext>
                  </a:extLst>
                </p:cNvPr>
                <p:cNvSpPr/>
                <p:nvPr/>
              </p:nvSpPr>
              <p:spPr>
                <a:xfrm>
                  <a:off x="8398059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30C6C997-2FCD-61D5-E0CF-3A5DF69AB21A}"/>
                    </a:ext>
                  </a:extLst>
                </p:cNvPr>
                <p:cNvSpPr/>
                <p:nvPr/>
              </p:nvSpPr>
              <p:spPr>
                <a:xfrm>
                  <a:off x="8662547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602DFA95-6AC7-08C2-53F8-86579214E052}"/>
                    </a:ext>
                  </a:extLst>
                </p:cNvPr>
                <p:cNvSpPr/>
                <p:nvPr/>
              </p:nvSpPr>
              <p:spPr>
                <a:xfrm>
                  <a:off x="8927035" y="4596744"/>
                  <a:ext cx="264488" cy="264488"/>
                </a:xfrm>
                <a:prstGeom prst="rect">
                  <a:avLst/>
                </a:prstGeom>
                <a:solidFill>
                  <a:srgbClr val="5FF3B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rgbClr val="C00000"/>
                      </a:solidFill>
                    </a:rPr>
                    <a:t>2</a:t>
                  </a:r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CC286FA0-DE10-CB6E-B69E-11FB82940C4D}"/>
                    </a:ext>
                  </a:extLst>
                </p:cNvPr>
                <p:cNvSpPr/>
                <p:nvPr/>
              </p:nvSpPr>
              <p:spPr>
                <a:xfrm>
                  <a:off x="9191523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6531C6E1-A7CA-52F9-EEBB-ACF978F08BC5}"/>
                    </a:ext>
                  </a:extLst>
                </p:cNvPr>
                <p:cNvSpPr/>
                <p:nvPr/>
              </p:nvSpPr>
              <p:spPr>
                <a:xfrm>
                  <a:off x="9456011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13E3B4FC-CBBB-9E03-D7FE-7AEBA226244D}"/>
                    </a:ext>
                  </a:extLst>
                </p:cNvPr>
                <p:cNvSpPr/>
                <p:nvPr/>
              </p:nvSpPr>
              <p:spPr>
                <a:xfrm>
                  <a:off x="9720499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4545AD94-7E1D-F794-EFCF-552C6522EF04}"/>
                    </a:ext>
                  </a:extLst>
                </p:cNvPr>
                <p:cNvSpPr/>
                <p:nvPr/>
              </p:nvSpPr>
              <p:spPr>
                <a:xfrm>
                  <a:off x="9982692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2E4D66C1-793B-3001-616B-22B58414A76F}"/>
                    </a:ext>
                  </a:extLst>
                </p:cNvPr>
                <p:cNvSpPr/>
                <p:nvPr/>
              </p:nvSpPr>
              <p:spPr>
                <a:xfrm>
                  <a:off x="10247180" y="4596744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A3280C7B-2A08-BD94-E7F8-D08822C2A111}"/>
                    </a:ext>
                  </a:extLst>
                </p:cNvPr>
                <p:cNvSpPr/>
                <p:nvPr/>
              </p:nvSpPr>
              <p:spPr>
                <a:xfrm>
                  <a:off x="10511668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0" name="组合 169">
                <a:extLst>
                  <a:ext uri="{FF2B5EF4-FFF2-40B4-BE49-F238E27FC236}">
                    <a16:creationId xmlns:a16="http://schemas.microsoft.com/office/drawing/2014/main" id="{56515AC5-054E-0B0C-5EE0-6C178EE858DE}"/>
                  </a:ext>
                </a:extLst>
              </p:cNvPr>
              <p:cNvGrpSpPr/>
              <p:nvPr/>
            </p:nvGrpSpPr>
            <p:grpSpPr>
              <a:xfrm>
                <a:off x="2924032" y="3921759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936ADCF9-AC98-05B5-8A66-65753CF4C8B2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5EF0ED"/>
                    </a:solidFill>
                  </a:endParaRPr>
                </a:p>
              </p:txBody>
            </p:sp>
            <p:sp>
              <p:nvSpPr>
                <p:cNvPr id="172" name="矩形 171">
                  <a:extLst>
                    <a:ext uri="{FF2B5EF4-FFF2-40B4-BE49-F238E27FC236}">
                      <a16:creationId xmlns:a16="http://schemas.microsoft.com/office/drawing/2014/main" id="{44856BC6-2BBF-16C7-0074-E9E964D4B649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FF3B0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2AE5433-4D46-C271-8194-BD8BB9C6CA04}"/>
                </a:ext>
              </a:extLst>
            </p:cNvPr>
            <p:cNvGrpSpPr/>
            <p:nvPr/>
          </p:nvGrpSpPr>
          <p:grpSpPr>
            <a:xfrm>
              <a:off x="307889" y="5621999"/>
              <a:ext cx="4758489" cy="997345"/>
              <a:chOff x="1220755" y="5349566"/>
              <a:chExt cx="4758489" cy="997345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707220AB-F7F7-E217-9A32-4FF88C8B9CA5}"/>
                  </a:ext>
                </a:extLst>
              </p:cNvPr>
              <p:cNvGrpSpPr/>
              <p:nvPr/>
            </p:nvGrpSpPr>
            <p:grpSpPr>
              <a:xfrm>
                <a:off x="1220755" y="6082423"/>
                <a:ext cx="4758489" cy="264488"/>
                <a:chOff x="7386893" y="5252392"/>
                <a:chExt cx="4758489" cy="264488"/>
              </a:xfrm>
            </p:grpSpPr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6BDCDB7E-452F-E740-2F3D-06901FD85D40}"/>
                    </a:ext>
                  </a:extLst>
                </p:cNvPr>
                <p:cNvSpPr/>
                <p:nvPr/>
              </p:nvSpPr>
              <p:spPr>
                <a:xfrm>
                  <a:off x="7386893" y="5252392"/>
                  <a:ext cx="264488" cy="264488"/>
                </a:xfrm>
                <a:prstGeom prst="rect">
                  <a:avLst/>
                </a:prstGeom>
                <a:solidFill>
                  <a:srgbClr val="F1DB6B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621CC3BE-78EE-E012-ACDE-4923AD078DA1}"/>
                    </a:ext>
                  </a:extLst>
                </p:cNvPr>
                <p:cNvSpPr/>
                <p:nvPr/>
              </p:nvSpPr>
              <p:spPr>
                <a:xfrm>
                  <a:off x="7651381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B1DD9146-BB33-0ABF-1156-47070FA7B4A7}"/>
                    </a:ext>
                  </a:extLst>
                </p:cNvPr>
                <p:cNvSpPr/>
                <p:nvPr/>
              </p:nvSpPr>
              <p:spPr>
                <a:xfrm>
                  <a:off x="7915869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F0EF8C88-34BF-5882-1B85-9BA8F6130126}"/>
                    </a:ext>
                  </a:extLst>
                </p:cNvPr>
                <p:cNvSpPr/>
                <p:nvPr/>
              </p:nvSpPr>
              <p:spPr>
                <a:xfrm>
                  <a:off x="8180357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0AA0742B-C970-9BD4-9EC9-32E1A70664D1}"/>
                    </a:ext>
                  </a:extLst>
                </p:cNvPr>
                <p:cNvSpPr/>
                <p:nvPr/>
              </p:nvSpPr>
              <p:spPr>
                <a:xfrm>
                  <a:off x="8444845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7723CB12-FCAE-C6B9-0390-08319BF779FA}"/>
                    </a:ext>
                  </a:extLst>
                </p:cNvPr>
                <p:cNvSpPr/>
                <p:nvPr/>
              </p:nvSpPr>
              <p:spPr>
                <a:xfrm>
                  <a:off x="8709333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A0EA8FD0-D548-D585-22EE-9F75CC7CF8B3}"/>
                    </a:ext>
                  </a:extLst>
                </p:cNvPr>
                <p:cNvSpPr/>
                <p:nvPr/>
              </p:nvSpPr>
              <p:spPr>
                <a:xfrm>
                  <a:off x="8973821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BD352F0C-F609-3F57-1262-EA5FD4615476}"/>
                    </a:ext>
                  </a:extLst>
                </p:cNvPr>
                <p:cNvSpPr/>
                <p:nvPr/>
              </p:nvSpPr>
              <p:spPr>
                <a:xfrm>
                  <a:off x="9238309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rgbClr val="C00000"/>
                      </a:solidFill>
                    </a:rPr>
                    <a:t>1</a:t>
                  </a:r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4CA9EDB3-5146-6DFA-416B-D7AEE9487F77}"/>
                    </a:ext>
                  </a:extLst>
                </p:cNvPr>
                <p:cNvSpPr/>
                <p:nvPr/>
              </p:nvSpPr>
              <p:spPr>
                <a:xfrm>
                  <a:off x="9500502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8D1E7375-E414-2471-FBDE-01A2BAEA9E07}"/>
                    </a:ext>
                  </a:extLst>
                </p:cNvPr>
                <p:cNvSpPr/>
                <p:nvPr/>
              </p:nvSpPr>
              <p:spPr>
                <a:xfrm>
                  <a:off x="9764990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4DE7A869-7E6C-5434-9CD0-91E2A05AC403}"/>
                    </a:ext>
                  </a:extLst>
                </p:cNvPr>
                <p:cNvSpPr/>
                <p:nvPr/>
              </p:nvSpPr>
              <p:spPr>
                <a:xfrm>
                  <a:off x="10029478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001A944C-6BD6-70DC-10D6-0C1364A39ED5}"/>
                    </a:ext>
                  </a:extLst>
                </p:cNvPr>
                <p:cNvSpPr/>
                <p:nvPr/>
              </p:nvSpPr>
              <p:spPr>
                <a:xfrm>
                  <a:off x="10293966" y="5252392"/>
                  <a:ext cx="264488" cy="264488"/>
                </a:xfrm>
                <a:prstGeom prst="rect">
                  <a:avLst/>
                </a:prstGeom>
                <a:solidFill>
                  <a:srgbClr val="A6EB4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37BB7C17-3DBB-7A43-E3A0-9D68F02497D1}"/>
                    </a:ext>
                  </a:extLst>
                </p:cNvPr>
                <p:cNvSpPr/>
                <p:nvPr/>
              </p:nvSpPr>
              <p:spPr>
                <a:xfrm>
                  <a:off x="10558454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031B73E8-B6E7-668F-C543-53453A1DF512}"/>
                    </a:ext>
                  </a:extLst>
                </p:cNvPr>
                <p:cNvSpPr/>
                <p:nvPr/>
              </p:nvSpPr>
              <p:spPr>
                <a:xfrm>
                  <a:off x="10822942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D7DC5ADD-82FF-1D28-EEDD-D7F9AAACB9B8}"/>
                    </a:ext>
                  </a:extLst>
                </p:cNvPr>
                <p:cNvSpPr/>
                <p:nvPr/>
              </p:nvSpPr>
              <p:spPr>
                <a:xfrm>
                  <a:off x="11087430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06B91F18-C5BB-F0C2-8D62-A47E6B1DA777}"/>
                    </a:ext>
                  </a:extLst>
                </p:cNvPr>
                <p:cNvSpPr/>
                <p:nvPr/>
              </p:nvSpPr>
              <p:spPr>
                <a:xfrm>
                  <a:off x="11351918" y="5252392"/>
                  <a:ext cx="264488" cy="264488"/>
                </a:xfrm>
                <a:prstGeom prst="rect">
                  <a:avLst/>
                </a:prstGeom>
                <a:solidFill>
                  <a:srgbClr val="5FF3B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D70C901-004B-D425-2BBB-85E1FBC29238}"/>
                    </a:ext>
                  </a:extLst>
                </p:cNvPr>
                <p:cNvSpPr/>
                <p:nvPr/>
              </p:nvSpPr>
              <p:spPr>
                <a:xfrm>
                  <a:off x="11616406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32CCF2A8-D523-A378-A377-037B8F7CD734}"/>
                    </a:ext>
                  </a:extLst>
                </p:cNvPr>
                <p:cNvSpPr/>
                <p:nvPr/>
              </p:nvSpPr>
              <p:spPr>
                <a:xfrm>
                  <a:off x="11880894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2FF01AF7-00E2-8C0B-FC10-9EEA777A7E55}"/>
                  </a:ext>
                </a:extLst>
              </p:cNvPr>
              <p:cNvGrpSpPr/>
              <p:nvPr/>
            </p:nvGrpSpPr>
            <p:grpSpPr>
              <a:xfrm>
                <a:off x="2924032" y="5349566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11D45117-019F-9654-C3F6-F5CE9A00E595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1DB6B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C5696CE4-CAFC-4B33-F96E-B72CB3F31CAF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A6EB4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F1F38A1-C3BF-9FF0-3A31-CD92BFF10B19}"/>
                </a:ext>
              </a:extLst>
            </p:cNvPr>
            <p:cNvSpPr txBox="1"/>
            <p:nvPr/>
          </p:nvSpPr>
          <p:spPr>
            <a:xfrm>
              <a:off x="7724278" y="4167509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243C556-6A4F-C8B0-6F04-E3AD51E1AE16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93" y="1848466"/>
              <a:ext cx="0" cy="973394"/>
            </a:xfrm>
            <a:prstGeom prst="straightConnector1">
              <a:avLst/>
            </a:prstGeom>
            <a:ln w="952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5011CDD-6A71-A5AF-8F14-7643DAC2EE4B}"/>
                </a:ext>
              </a:extLst>
            </p:cNvPr>
            <p:cNvSpPr/>
            <p:nvPr/>
          </p:nvSpPr>
          <p:spPr>
            <a:xfrm>
              <a:off x="5140965" y="1830436"/>
              <a:ext cx="1526605" cy="504727"/>
            </a:xfrm>
            <a:custGeom>
              <a:avLst/>
              <a:gdLst>
                <a:gd name="csX0" fmla="*/ 0 w 1643790"/>
                <a:gd name="csY0" fmla="*/ 0 h 825582"/>
                <a:gd name="csX1" fmla="*/ 1643790 w 1643790"/>
                <a:gd name="csY1" fmla="*/ 825582 h 825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3790" h="825582">
                  <a:moveTo>
                    <a:pt x="0" y="0"/>
                  </a:moveTo>
                  <a:cubicBezTo>
                    <a:pt x="121210" y="539354"/>
                    <a:pt x="892660" y="723108"/>
                    <a:pt x="1643790" y="825582"/>
                  </a:cubicBezTo>
                </a:path>
              </a:pathLst>
            </a:custGeom>
            <a:noFill/>
            <a:ln w="762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2649F3D-9EF3-98A7-B3C1-C9A799C10759}"/>
                </a:ext>
              </a:extLst>
            </p:cNvPr>
            <p:cNvSpPr txBox="1"/>
            <p:nvPr/>
          </p:nvSpPr>
          <p:spPr>
            <a:xfrm>
              <a:off x="6755630" y="1982396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2438297-CC3F-B69C-7235-807ACF1D2701}"/>
                </a:ext>
              </a:extLst>
            </p:cNvPr>
            <p:cNvSpPr/>
            <p:nvPr/>
          </p:nvSpPr>
          <p:spPr>
            <a:xfrm>
              <a:off x="2684462" y="552447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8E655455-4DD8-1040-6EF9-14B42C29DC46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93" y="4027127"/>
              <a:ext cx="0" cy="1116000"/>
            </a:xfrm>
            <a:prstGeom prst="straightConnector1">
              <a:avLst/>
            </a:prstGeom>
            <a:ln w="952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曲线 53">
              <a:extLst>
                <a:ext uri="{FF2B5EF4-FFF2-40B4-BE49-F238E27FC236}">
                  <a16:creationId xmlns:a16="http://schemas.microsoft.com/office/drawing/2014/main" id="{FFC9F56A-D25D-096B-E45D-DD38F94224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96804" y="4116831"/>
              <a:ext cx="504000" cy="2391523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连接符: 曲线 55">
              <a:extLst>
                <a:ext uri="{FF2B5EF4-FFF2-40B4-BE49-F238E27FC236}">
                  <a16:creationId xmlns:a16="http://schemas.microsoft.com/office/drawing/2014/main" id="{A461C059-A970-EAEE-D828-84856E15910B}"/>
                </a:ext>
              </a:extLst>
            </p:cNvPr>
            <p:cNvCxnSpPr>
              <a:cxnSpLocks/>
              <a:stCxn id="69" idx="2"/>
              <a:endCxn id="62" idx="0"/>
            </p:cNvCxnSpPr>
            <p:nvPr/>
          </p:nvCxnSpPr>
          <p:spPr>
            <a:xfrm rot="16200000" flipH="1">
              <a:off x="5780389" y="4480648"/>
              <a:ext cx="407997" cy="1679645"/>
            </a:xfrm>
            <a:prstGeom prst="curvedConnector3">
              <a:avLst>
                <a:gd name="adj1" fmla="val 50000"/>
              </a:avLst>
            </a:prstGeom>
            <a:noFill/>
            <a:ln w="635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8E6E889E-1F5F-DCA2-CDBE-237F1283B4B9}"/>
                </a:ext>
              </a:extLst>
            </p:cNvPr>
            <p:cNvSpPr/>
            <p:nvPr/>
          </p:nvSpPr>
          <p:spPr>
            <a:xfrm>
              <a:off x="6755630" y="552447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B68B07D-E54F-0D4E-5F80-F77A3A39828F}"/>
                </a:ext>
              </a:extLst>
            </p:cNvPr>
            <p:cNvSpPr/>
            <p:nvPr/>
          </p:nvSpPr>
          <p:spPr>
            <a:xfrm>
              <a:off x="5140965" y="5109273"/>
              <a:ext cx="7200" cy="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60EEAC1C-DA47-C2FF-278D-87DD8B32633E}"/>
                </a:ext>
              </a:extLst>
            </p:cNvPr>
            <p:cNvSpPr/>
            <p:nvPr/>
          </p:nvSpPr>
          <p:spPr>
            <a:xfrm>
              <a:off x="5152233" y="4057607"/>
              <a:ext cx="2527992" cy="494623"/>
            </a:xfrm>
            <a:custGeom>
              <a:avLst/>
              <a:gdLst>
                <a:gd name="csX0" fmla="*/ 0 w 1643790"/>
                <a:gd name="csY0" fmla="*/ 0 h 825582"/>
                <a:gd name="csX1" fmla="*/ 1643790 w 1643790"/>
                <a:gd name="csY1" fmla="*/ 825582 h 825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3790" h="825582">
                  <a:moveTo>
                    <a:pt x="0" y="0"/>
                  </a:moveTo>
                  <a:cubicBezTo>
                    <a:pt x="121210" y="539354"/>
                    <a:pt x="892660" y="723108"/>
                    <a:pt x="1643790" y="825582"/>
                  </a:cubicBezTo>
                </a:path>
              </a:pathLst>
            </a:custGeom>
            <a:noFill/>
            <a:ln w="8255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CA4636D-B209-CD4F-78BF-41DA48763633}"/>
                </a:ext>
              </a:extLst>
            </p:cNvPr>
            <p:cNvSpPr/>
            <p:nvPr/>
          </p:nvSpPr>
          <p:spPr>
            <a:xfrm>
              <a:off x="8836398" y="570735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连接符: 曲线 85">
              <a:extLst>
                <a:ext uri="{FF2B5EF4-FFF2-40B4-BE49-F238E27FC236}">
                  <a16:creationId xmlns:a16="http://schemas.microsoft.com/office/drawing/2014/main" id="{727B9B3C-CF1A-F2E5-2F9D-157B10BE8506}"/>
                </a:ext>
              </a:extLst>
            </p:cNvPr>
            <p:cNvCxnSpPr>
              <a:cxnSpLocks/>
              <a:stCxn id="69" idx="3"/>
              <a:endCxn id="85" idx="0"/>
            </p:cNvCxnSpPr>
            <p:nvPr/>
          </p:nvCxnSpPr>
          <p:spPr>
            <a:xfrm>
              <a:off x="5148165" y="5112873"/>
              <a:ext cx="3756813" cy="594477"/>
            </a:xfrm>
            <a:prstGeom prst="curvedConnector2">
              <a:avLst/>
            </a:prstGeom>
            <a:noFill/>
            <a:ln w="79375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1912774-4391-680A-1AE0-EC5B5BD0C0CF}"/>
                </a:ext>
              </a:extLst>
            </p:cNvPr>
            <p:cNvSpPr txBox="1"/>
            <p:nvPr/>
          </p:nvSpPr>
          <p:spPr>
            <a:xfrm>
              <a:off x="8832857" y="5570493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C5E4FE4-423A-52BD-83E3-CE2D98E60406}"/>
                </a:ext>
              </a:extLst>
            </p:cNvPr>
            <p:cNvSpPr txBox="1"/>
            <p:nvPr/>
          </p:nvSpPr>
          <p:spPr>
            <a:xfrm>
              <a:off x="4269550" y="209446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000" b="1"/>
                <a:t>三年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CAFEA6A-3754-95B8-36AC-E0DAB0BD0D5B}"/>
                </a:ext>
              </a:extLst>
            </p:cNvPr>
            <p:cNvSpPr txBox="1"/>
            <p:nvPr/>
          </p:nvSpPr>
          <p:spPr>
            <a:xfrm>
              <a:off x="3765029" y="4386528"/>
              <a:ext cx="1210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000" b="1"/>
                <a:t>四到五年</a:t>
              </a:r>
            </a:p>
          </p:txBody>
        </p: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2CC96ACC-3733-78BB-AE81-744E91BC0485}"/>
                </a:ext>
              </a:extLst>
            </p:cNvPr>
            <p:cNvCxnSpPr/>
            <p:nvPr/>
          </p:nvCxnSpPr>
          <p:spPr>
            <a:xfrm>
              <a:off x="2684462" y="6715432"/>
              <a:ext cx="0" cy="142568"/>
            </a:xfrm>
            <a:prstGeom prst="line">
              <a:avLst/>
            </a:prstGeom>
            <a:ln w="38100">
              <a:gradFill>
                <a:gsLst>
                  <a:gs pos="0">
                    <a:schemeClr val="bg2">
                      <a:lumMod val="75000"/>
                    </a:schemeClr>
                  </a:gs>
                  <a:gs pos="74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C1C89700-2727-8C16-BB0C-78E6E6663535}"/>
                </a:ext>
              </a:extLst>
            </p:cNvPr>
            <p:cNvCxnSpPr/>
            <p:nvPr/>
          </p:nvCxnSpPr>
          <p:spPr>
            <a:xfrm>
              <a:off x="6877550" y="6715432"/>
              <a:ext cx="0" cy="142568"/>
            </a:xfrm>
            <a:prstGeom prst="line">
              <a:avLst/>
            </a:prstGeom>
            <a:ln w="63500">
              <a:gradFill>
                <a:gsLst>
                  <a:gs pos="0">
                    <a:schemeClr val="bg2">
                      <a:lumMod val="75000"/>
                    </a:schemeClr>
                  </a:gs>
                  <a:gs pos="74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8D282E49-C97E-BD07-D431-84C1034339AD}"/>
                </a:ext>
              </a:extLst>
            </p:cNvPr>
            <p:cNvCxnSpPr/>
            <p:nvPr/>
          </p:nvCxnSpPr>
          <p:spPr>
            <a:xfrm>
              <a:off x="5154366" y="102073"/>
              <a:ext cx="0" cy="540000"/>
            </a:xfrm>
            <a:prstGeom prst="straightConnector1">
              <a:avLst/>
            </a:prstGeom>
            <a:ln w="95250">
              <a:gradFill>
                <a:gsLst>
                  <a:gs pos="0">
                    <a:schemeClr val="bg1"/>
                  </a:gs>
                  <a:gs pos="55000">
                    <a:schemeClr val="bg2">
                      <a:lumMod val="75000"/>
                    </a:schemeClr>
                  </a:gs>
                </a:gsLst>
                <a:lin ang="54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611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8DDF-FCBD-D577-78E1-86CB2034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6D66845-DC59-5AEE-237F-A1A8AB836E14}"/>
              </a:ext>
            </a:extLst>
          </p:cNvPr>
          <p:cNvGrpSpPr/>
          <p:nvPr/>
        </p:nvGrpSpPr>
        <p:grpSpPr>
          <a:xfrm>
            <a:off x="0" y="0"/>
            <a:ext cx="10296000" cy="6934200"/>
            <a:chOff x="0" y="0"/>
            <a:chExt cx="10296000" cy="6934200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47799EF5-918F-2613-E9CE-898329A8E9A5}"/>
                </a:ext>
              </a:extLst>
            </p:cNvPr>
            <p:cNvSpPr/>
            <p:nvPr/>
          </p:nvSpPr>
          <p:spPr>
            <a:xfrm>
              <a:off x="0" y="0"/>
              <a:ext cx="10296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A1E54C6-7EBD-1FEE-060B-FAD749C1AC9E}"/>
                </a:ext>
              </a:extLst>
            </p:cNvPr>
            <p:cNvSpPr txBox="1"/>
            <p:nvPr/>
          </p:nvSpPr>
          <p:spPr>
            <a:xfrm>
              <a:off x="221640" y="183805"/>
              <a:ext cx="2023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重要时刻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F1AFFC8-5D0D-8670-9019-F0658E109A96}"/>
                </a:ext>
              </a:extLst>
            </p:cNvPr>
            <p:cNvSpPr txBox="1"/>
            <p:nvPr/>
          </p:nvSpPr>
          <p:spPr>
            <a:xfrm>
              <a:off x="7744198" y="261331"/>
              <a:ext cx="23725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  <a:endParaRPr lang="zh-CN" altLang="en-US" sz="200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7A94BEB-239C-7114-138E-120D1F027372}"/>
                </a:ext>
              </a:extLst>
            </p:cNvPr>
            <p:cNvGrpSpPr/>
            <p:nvPr/>
          </p:nvGrpSpPr>
          <p:grpSpPr>
            <a:xfrm>
              <a:off x="4094280" y="752399"/>
              <a:ext cx="2115904" cy="997345"/>
              <a:chOff x="2542047" y="1066145"/>
              <a:chExt cx="2115904" cy="997345"/>
            </a:xfrm>
          </p:grpSpPr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BEFF0F1E-07ED-7A45-651D-9414A81ED5E5}"/>
                  </a:ext>
                </a:extLst>
              </p:cNvPr>
              <p:cNvGrpSpPr/>
              <p:nvPr/>
            </p:nvGrpSpPr>
            <p:grpSpPr>
              <a:xfrm>
                <a:off x="2924032" y="1066145"/>
                <a:ext cx="1351936" cy="599768"/>
                <a:chOff x="8681883" y="1238865"/>
                <a:chExt cx="1351936" cy="599768"/>
              </a:xfrm>
            </p:grpSpPr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F03CCEED-EFF4-0D05-4260-58B790FE56AB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07070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中</a:t>
                  </a: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5C56B28-F2D9-BCCB-3AE7-F7CDBD3B06E0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26621085-FE98-E280-1990-427A130B29B8}"/>
                  </a:ext>
                </a:extLst>
              </p:cNvPr>
              <p:cNvGrpSpPr/>
              <p:nvPr/>
            </p:nvGrpSpPr>
            <p:grpSpPr>
              <a:xfrm>
                <a:off x="2542047" y="1799002"/>
                <a:ext cx="2115904" cy="264488"/>
                <a:chOff x="7851057" y="2829232"/>
                <a:chExt cx="2115904" cy="264488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20B82F06-C926-BDE6-52DD-68AAA9AE452A}"/>
                    </a:ext>
                  </a:extLst>
                </p:cNvPr>
                <p:cNvSpPr/>
                <p:nvPr/>
              </p:nvSpPr>
              <p:spPr>
                <a:xfrm>
                  <a:off x="7851057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初</a:t>
                  </a:r>
                </a:p>
              </p:txBody>
            </p:sp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A2127B0-6E75-ABF8-D0E9-02E9A2739FEA}"/>
                    </a:ext>
                  </a:extLst>
                </p:cNvPr>
                <p:cNvSpPr/>
                <p:nvPr/>
              </p:nvSpPr>
              <p:spPr>
                <a:xfrm>
                  <a:off x="8115545" y="2829232"/>
                  <a:ext cx="264488" cy="264488"/>
                </a:xfrm>
                <a:prstGeom prst="rect">
                  <a:avLst/>
                </a:prstGeom>
                <a:solidFill>
                  <a:srgbClr val="F0707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中</a:t>
                  </a:r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2F889BD9-CD9B-2D42-0C48-31F3234982FC}"/>
                    </a:ext>
                  </a:extLst>
                </p:cNvPr>
                <p:cNvSpPr/>
                <p:nvPr/>
              </p:nvSpPr>
              <p:spPr>
                <a:xfrm>
                  <a:off x="8380033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学</a:t>
                  </a: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D13278A0-DC6C-CFF6-CE0D-169C5B7A6EA1}"/>
                    </a:ext>
                  </a:extLst>
                </p:cNvPr>
                <p:cNvSpPr/>
                <p:nvPr/>
              </p:nvSpPr>
              <p:spPr>
                <a:xfrm>
                  <a:off x="8644521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业</a:t>
                  </a:r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C5C52D4A-B741-40E6-1CB1-6FD5B9B790A3}"/>
                    </a:ext>
                  </a:extLst>
                </p:cNvPr>
                <p:cNvSpPr/>
                <p:nvPr/>
              </p:nvSpPr>
              <p:spPr>
                <a:xfrm>
                  <a:off x="8909009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rgbClr val="C00000"/>
                      </a:solidFill>
                    </a:rPr>
                    <a:t>水</a:t>
                  </a: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7AEE951-80DC-8339-C119-5A213A294723}"/>
                    </a:ext>
                  </a:extLst>
                </p:cNvPr>
                <p:cNvSpPr/>
                <p:nvPr/>
              </p:nvSpPr>
              <p:spPr>
                <a:xfrm>
                  <a:off x="9173497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rgbClr val="C00000"/>
                      </a:solidFill>
                    </a:rPr>
                    <a:t>平</a:t>
                  </a: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5DCDDC3D-B48E-54ED-97E5-8DDF05C3E701}"/>
                    </a:ext>
                  </a:extLst>
                </p:cNvPr>
                <p:cNvSpPr/>
                <p:nvPr/>
              </p:nvSpPr>
              <p:spPr>
                <a:xfrm>
                  <a:off x="9437985" y="2829232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93E561FD-F175-FC44-BB3B-A6852A349A55}"/>
                    </a:ext>
                  </a:extLst>
                </p:cNvPr>
                <p:cNvSpPr/>
                <p:nvPr/>
              </p:nvSpPr>
              <p:spPr>
                <a:xfrm>
                  <a:off x="9702473" y="282923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试</a:t>
                  </a:r>
                </a:p>
              </p:txBody>
            </p:sp>
          </p:grp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BB20B98-687F-BECD-5C1E-E34F8C14E213}"/>
                </a:ext>
              </a:extLst>
            </p:cNvPr>
            <p:cNvGrpSpPr/>
            <p:nvPr/>
          </p:nvGrpSpPr>
          <p:grpSpPr>
            <a:xfrm>
              <a:off x="3292472" y="2921779"/>
              <a:ext cx="3700537" cy="997345"/>
              <a:chOff x="1748583" y="2493952"/>
              <a:chExt cx="3700537" cy="997345"/>
            </a:xfrm>
          </p:grpSpPr>
          <p:grpSp>
            <p:nvGrpSpPr>
              <p:cNvPr id="165" name="组合 164">
                <a:extLst>
                  <a:ext uri="{FF2B5EF4-FFF2-40B4-BE49-F238E27FC236}">
                    <a16:creationId xmlns:a16="http://schemas.microsoft.com/office/drawing/2014/main" id="{4F158D3D-C849-DD82-209F-533215363654}"/>
                  </a:ext>
                </a:extLst>
              </p:cNvPr>
              <p:cNvGrpSpPr/>
              <p:nvPr/>
            </p:nvGrpSpPr>
            <p:grpSpPr>
              <a:xfrm>
                <a:off x="1748583" y="3226809"/>
                <a:ext cx="3700537" cy="264488"/>
                <a:chOff x="7851057" y="3860472"/>
                <a:chExt cx="3700537" cy="2644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985DE6B-FBF3-7A47-1690-223D82DE4C44}"/>
                    </a:ext>
                  </a:extLst>
                </p:cNvPr>
                <p:cNvSpPr/>
                <p:nvPr/>
              </p:nvSpPr>
              <p:spPr>
                <a:xfrm>
                  <a:off x="7851057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普</a:t>
                  </a:r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A990B901-745E-718B-96CD-A71978F5777E}"/>
                    </a:ext>
                  </a:extLst>
                </p:cNvPr>
                <p:cNvSpPr/>
                <p:nvPr/>
              </p:nvSpPr>
              <p:spPr>
                <a:xfrm>
                  <a:off x="8115545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通</a:t>
                  </a:r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E9BB644E-8C31-16B8-AB20-17C9577BF015}"/>
                    </a:ext>
                  </a:extLst>
                </p:cNvPr>
                <p:cNvSpPr/>
                <p:nvPr/>
              </p:nvSpPr>
              <p:spPr>
                <a:xfrm>
                  <a:off x="8380033" y="3860472"/>
                  <a:ext cx="264488" cy="264488"/>
                </a:xfrm>
                <a:prstGeom prst="rect">
                  <a:avLst/>
                </a:prstGeom>
                <a:solidFill>
                  <a:srgbClr val="F59D4D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高</a:t>
                  </a: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972BADA-55C6-FBE8-57F2-A4A2F7D84BB7}"/>
                    </a:ext>
                  </a:extLst>
                </p:cNvPr>
                <p:cNvSpPr/>
                <p:nvPr/>
              </p:nvSpPr>
              <p:spPr>
                <a:xfrm>
                  <a:off x="8644521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等</a:t>
                  </a:r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C03B1737-C6F9-0260-AD66-EA7B1CBBAFA5}"/>
                    </a:ext>
                  </a:extLst>
                </p:cNvPr>
                <p:cNvSpPr/>
                <p:nvPr/>
              </p:nvSpPr>
              <p:spPr>
                <a:xfrm>
                  <a:off x="8909009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学</a:t>
                  </a:r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F806764A-3E8D-6679-69EA-889BD3749C8F}"/>
                    </a:ext>
                  </a:extLst>
                </p:cNvPr>
                <p:cNvSpPr/>
                <p:nvPr/>
              </p:nvSpPr>
              <p:spPr>
                <a:xfrm>
                  <a:off x="9173497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校</a:t>
                  </a:r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D739AD4B-B2CE-EE25-2400-F013EF6A6839}"/>
                    </a:ext>
                  </a:extLst>
                </p:cNvPr>
                <p:cNvSpPr/>
                <p:nvPr/>
              </p:nvSpPr>
              <p:spPr>
                <a:xfrm>
                  <a:off x="9437985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招</a:t>
                  </a:r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0A9F7A91-F3EF-0304-1BFB-7A72B8B7ED6B}"/>
                    </a:ext>
                  </a:extLst>
                </p:cNvPr>
                <p:cNvSpPr/>
                <p:nvPr/>
              </p:nvSpPr>
              <p:spPr>
                <a:xfrm>
                  <a:off x="9702473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生</a:t>
                  </a:r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1B52DD12-E889-7BC5-8256-3B0F42018681}"/>
                    </a:ext>
                  </a:extLst>
                </p:cNvPr>
                <p:cNvSpPr/>
                <p:nvPr/>
              </p:nvSpPr>
              <p:spPr>
                <a:xfrm>
                  <a:off x="9964666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全</a:t>
                  </a:r>
                </a:p>
              </p:txBody>
            </p: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12434961-B9D8-59B4-3F93-B451045726C3}"/>
                    </a:ext>
                  </a:extLst>
                </p:cNvPr>
                <p:cNvSpPr/>
                <p:nvPr/>
              </p:nvSpPr>
              <p:spPr>
                <a:xfrm>
                  <a:off x="10229154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国</a:t>
                  </a:r>
                </a:p>
              </p:txBody>
            </p:sp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375D806-7514-109E-36E8-280ED9D1B274}"/>
                    </a:ext>
                  </a:extLst>
                </p:cNvPr>
                <p:cNvSpPr/>
                <p:nvPr/>
              </p:nvSpPr>
              <p:spPr>
                <a:xfrm>
                  <a:off x="10493642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统</a:t>
                  </a:r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81F459F9-F554-7CE6-9F98-AB1EDA38F055}"/>
                    </a:ext>
                  </a:extLst>
                </p:cNvPr>
                <p:cNvSpPr/>
                <p:nvPr/>
              </p:nvSpPr>
              <p:spPr>
                <a:xfrm>
                  <a:off x="10758130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一</a:t>
                  </a:r>
                </a:p>
              </p:txBody>
            </p:sp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2039D52B-2A91-4230-3B25-CB501850228D}"/>
                    </a:ext>
                  </a:extLst>
                </p:cNvPr>
                <p:cNvSpPr/>
                <p:nvPr/>
              </p:nvSpPr>
              <p:spPr>
                <a:xfrm>
                  <a:off x="11022618" y="3860472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F03A65F8-3A4B-B8EF-6C64-5305C0E4256B}"/>
                    </a:ext>
                  </a:extLst>
                </p:cNvPr>
                <p:cNvSpPr/>
                <p:nvPr/>
              </p:nvSpPr>
              <p:spPr>
                <a:xfrm>
                  <a:off x="11287106" y="386047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试</a:t>
                  </a:r>
                </a:p>
              </p:txBody>
            </p:sp>
          </p:grpSp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A0A6EA68-3929-AC17-2812-A42711790006}"/>
                  </a:ext>
                </a:extLst>
              </p:cNvPr>
              <p:cNvGrpSpPr/>
              <p:nvPr/>
            </p:nvGrpSpPr>
            <p:grpSpPr>
              <a:xfrm>
                <a:off x="2924032" y="2493952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EA83C44B-A951-B42D-01C1-8E5041A706B2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59D4D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高</a:t>
                  </a:r>
                </a:p>
              </p:txBody>
            </p:sp>
            <p:sp>
              <p:nvSpPr>
                <p:cNvPr id="169" name="矩形 168">
                  <a:extLst>
                    <a:ext uri="{FF2B5EF4-FFF2-40B4-BE49-F238E27FC236}">
                      <a16:creationId xmlns:a16="http://schemas.microsoft.com/office/drawing/2014/main" id="{184EF1A8-3135-C5B2-5C58-1B9F49E2EBF3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CEED6D4-EEC7-488A-09CF-4392B6C49193}"/>
                </a:ext>
              </a:extLst>
            </p:cNvPr>
            <p:cNvGrpSpPr/>
            <p:nvPr/>
          </p:nvGrpSpPr>
          <p:grpSpPr>
            <a:xfrm>
              <a:off x="5427061" y="5621999"/>
              <a:ext cx="2907073" cy="997345"/>
              <a:chOff x="2146463" y="3921759"/>
              <a:chExt cx="2907073" cy="997345"/>
            </a:xfrm>
          </p:grpSpPr>
          <p:grpSp>
            <p:nvGrpSpPr>
              <p:cNvPr id="164" name="组合 163">
                <a:extLst>
                  <a:ext uri="{FF2B5EF4-FFF2-40B4-BE49-F238E27FC236}">
                    <a16:creationId xmlns:a16="http://schemas.microsoft.com/office/drawing/2014/main" id="{B94E107E-8D9B-4C71-B81B-E4A4530106CD}"/>
                  </a:ext>
                </a:extLst>
              </p:cNvPr>
              <p:cNvGrpSpPr/>
              <p:nvPr/>
            </p:nvGrpSpPr>
            <p:grpSpPr>
              <a:xfrm>
                <a:off x="2146463" y="4654616"/>
                <a:ext cx="2907073" cy="264488"/>
                <a:chOff x="7869083" y="4596744"/>
                <a:chExt cx="2907073" cy="264488"/>
              </a:xfrm>
            </p:grpSpPr>
            <p:sp>
              <p:nvSpPr>
                <p:cNvPr id="143" name="矩形 142">
                  <a:extLst>
                    <a:ext uri="{FF2B5EF4-FFF2-40B4-BE49-F238E27FC236}">
                      <a16:creationId xmlns:a16="http://schemas.microsoft.com/office/drawing/2014/main" id="{15A99C65-8CEE-79AA-258C-996721D1962B}"/>
                    </a:ext>
                  </a:extLst>
                </p:cNvPr>
                <p:cNvSpPr/>
                <p:nvPr/>
              </p:nvSpPr>
              <p:spPr>
                <a:xfrm>
                  <a:off x="7869083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全</a:t>
                  </a:r>
                </a:p>
              </p:txBody>
            </p:sp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29B54919-A36F-F4A9-BE4C-58C537A26968}"/>
                    </a:ext>
                  </a:extLst>
                </p:cNvPr>
                <p:cNvSpPr/>
                <p:nvPr/>
              </p:nvSpPr>
              <p:spPr>
                <a:xfrm>
                  <a:off x="8133571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国</a:t>
                  </a:r>
                </a:p>
              </p:txBody>
            </p:sp>
            <p:sp>
              <p:nvSpPr>
                <p:cNvPr id="147" name="矩形 146">
                  <a:extLst>
                    <a:ext uri="{FF2B5EF4-FFF2-40B4-BE49-F238E27FC236}">
                      <a16:creationId xmlns:a16="http://schemas.microsoft.com/office/drawing/2014/main" id="{F6E4D7F7-EA2E-FFB4-F211-36E9A876E5CE}"/>
                    </a:ext>
                  </a:extLst>
                </p:cNvPr>
                <p:cNvSpPr/>
                <p:nvPr/>
              </p:nvSpPr>
              <p:spPr>
                <a:xfrm>
                  <a:off x="8398059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硕</a:t>
                  </a:r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AAD9FEEE-3F30-A45A-161B-45DC37256833}"/>
                    </a:ext>
                  </a:extLst>
                </p:cNvPr>
                <p:cNvSpPr/>
                <p:nvPr/>
              </p:nvSpPr>
              <p:spPr>
                <a:xfrm>
                  <a:off x="8662547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士</a:t>
                  </a:r>
                </a:p>
              </p:txBody>
            </p:sp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6F3D9F92-B6BD-6476-E93A-62EE918DAF3C}"/>
                    </a:ext>
                  </a:extLst>
                </p:cNvPr>
                <p:cNvSpPr/>
                <p:nvPr/>
              </p:nvSpPr>
              <p:spPr>
                <a:xfrm>
                  <a:off x="8927035" y="4596744"/>
                  <a:ext cx="264488" cy="264488"/>
                </a:xfrm>
                <a:prstGeom prst="rect">
                  <a:avLst/>
                </a:prstGeom>
                <a:solidFill>
                  <a:srgbClr val="5FF3B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rgbClr val="C00000"/>
                      </a:solidFill>
                    </a:rPr>
                    <a:t>研</a:t>
                  </a:r>
                </a:p>
              </p:txBody>
            </p: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2F6359A4-571C-0CEE-6478-3BEAE9D690F5}"/>
                    </a:ext>
                  </a:extLst>
                </p:cNvPr>
                <p:cNvSpPr/>
                <p:nvPr/>
              </p:nvSpPr>
              <p:spPr>
                <a:xfrm>
                  <a:off x="9191523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究</a:t>
                  </a:r>
                </a:p>
              </p:txBody>
            </p:sp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38FF1C73-F147-EE5D-1A9B-618AA89199D5}"/>
                    </a:ext>
                  </a:extLst>
                </p:cNvPr>
                <p:cNvSpPr/>
                <p:nvPr/>
              </p:nvSpPr>
              <p:spPr>
                <a:xfrm>
                  <a:off x="9456011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生</a:t>
                  </a:r>
                </a:p>
              </p:txBody>
            </p:sp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627989EF-9D14-7EF6-ABBC-843D1FF538AF}"/>
                    </a:ext>
                  </a:extLst>
                </p:cNvPr>
                <p:cNvSpPr/>
                <p:nvPr/>
              </p:nvSpPr>
              <p:spPr>
                <a:xfrm>
                  <a:off x="9720499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招</a:t>
                  </a:r>
                </a:p>
              </p:txBody>
            </p:sp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5EC53BB5-D9EA-209C-E55D-3C812E4F9FEC}"/>
                    </a:ext>
                  </a:extLst>
                </p:cNvPr>
                <p:cNvSpPr/>
                <p:nvPr/>
              </p:nvSpPr>
              <p:spPr>
                <a:xfrm>
                  <a:off x="9982692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生</a:t>
                  </a:r>
                </a:p>
              </p:txBody>
            </p: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2C6694A9-42D5-7A2E-35F4-BFC97D3FCB0D}"/>
                    </a:ext>
                  </a:extLst>
                </p:cNvPr>
                <p:cNvSpPr/>
                <p:nvPr/>
              </p:nvSpPr>
              <p:spPr>
                <a:xfrm>
                  <a:off x="10247180" y="4596744"/>
                  <a:ext cx="264488" cy="264488"/>
                </a:xfrm>
                <a:prstGeom prst="rect">
                  <a:avLst/>
                </a:prstGeom>
                <a:solidFill>
                  <a:srgbClr val="518EF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70103EFE-CB88-9D19-8E86-52976FF385C4}"/>
                    </a:ext>
                  </a:extLst>
                </p:cNvPr>
                <p:cNvSpPr/>
                <p:nvPr/>
              </p:nvSpPr>
              <p:spPr>
                <a:xfrm>
                  <a:off x="10511668" y="4596744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试</a:t>
                  </a:r>
                </a:p>
              </p:txBody>
            </p:sp>
          </p:grpSp>
          <p:grpSp>
            <p:nvGrpSpPr>
              <p:cNvPr id="170" name="组合 169">
                <a:extLst>
                  <a:ext uri="{FF2B5EF4-FFF2-40B4-BE49-F238E27FC236}">
                    <a16:creationId xmlns:a16="http://schemas.microsoft.com/office/drawing/2014/main" id="{0FD54DD3-FB61-4943-0F65-4FA2559FB292}"/>
                  </a:ext>
                </a:extLst>
              </p:cNvPr>
              <p:cNvGrpSpPr/>
              <p:nvPr/>
            </p:nvGrpSpPr>
            <p:grpSpPr>
              <a:xfrm>
                <a:off x="2924032" y="3921759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5F7BD0F4-DB29-6D96-14B7-3DA78E825235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518EF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考</a:t>
                  </a:r>
                </a:p>
              </p:txBody>
            </p:sp>
            <p:sp>
              <p:nvSpPr>
                <p:cNvPr id="172" name="矩形 171">
                  <a:extLst>
                    <a:ext uri="{FF2B5EF4-FFF2-40B4-BE49-F238E27FC236}">
                      <a16:creationId xmlns:a16="http://schemas.microsoft.com/office/drawing/2014/main" id="{1A00D484-9A3B-BE51-2F93-97CDEC1ED9AA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5FF3B0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研</a:t>
                  </a:r>
                </a:p>
              </p:txBody>
            </p:sp>
          </p:grp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845A7DE-6323-5D65-31DD-20BE41443A3F}"/>
                </a:ext>
              </a:extLst>
            </p:cNvPr>
            <p:cNvGrpSpPr/>
            <p:nvPr/>
          </p:nvGrpSpPr>
          <p:grpSpPr>
            <a:xfrm>
              <a:off x="307889" y="5621999"/>
              <a:ext cx="4758489" cy="997345"/>
              <a:chOff x="1220755" y="5349566"/>
              <a:chExt cx="4758489" cy="997345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5E98E2A0-474B-37D9-B746-9FE1BBB3BA8B}"/>
                  </a:ext>
                </a:extLst>
              </p:cNvPr>
              <p:cNvGrpSpPr/>
              <p:nvPr/>
            </p:nvGrpSpPr>
            <p:grpSpPr>
              <a:xfrm>
                <a:off x="1220755" y="6082423"/>
                <a:ext cx="4758489" cy="264488"/>
                <a:chOff x="7386893" y="5252392"/>
                <a:chExt cx="4758489" cy="264488"/>
              </a:xfrm>
            </p:grpSpPr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7F8BEC8E-9F62-BF16-777B-C207218BF2E8}"/>
                    </a:ext>
                  </a:extLst>
                </p:cNvPr>
                <p:cNvSpPr/>
                <p:nvPr/>
              </p:nvSpPr>
              <p:spPr>
                <a:xfrm>
                  <a:off x="7386893" y="5252392"/>
                  <a:ext cx="264488" cy="264488"/>
                </a:xfrm>
                <a:prstGeom prst="rect">
                  <a:avLst/>
                </a:prstGeom>
                <a:solidFill>
                  <a:srgbClr val="F1DB6B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推</a:t>
                  </a:r>
                </a:p>
              </p:txBody>
            </p:sp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4894A9E1-3205-3F75-E40C-1012E9F781A9}"/>
                    </a:ext>
                  </a:extLst>
                </p:cNvPr>
                <p:cNvSpPr/>
                <p:nvPr/>
              </p:nvSpPr>
              <p:spPr>
                <a:xfrm>
                  <a:off x="7651381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荐</a:t>
                  </a:r>
                </a:p>
              </p:txBody>
            </p:sp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E9AEE01B-AC05-9404-C40E-0BE0B1545FCE}"/>
                    </a:ext>
                  </a:extLst>
                </p:cNvPr>
                <p:cNvSpPr/>
                <p:nvPr/>
              </p:nvSpPr>
              <p:spPr>
                <a:xfrm>
                  <a:off x="7915869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优</a:t>
                  </a:r>
                </a:p>
              </p:txBody>
            </p:sp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3E2256A3-A145-8C37-ED51-C5339A88271C}"/>
                    </a:ext>
                  </a:extLst>
                </p:cNvPr>
                <p:cNvSpPr/>
                <p:nvPr/>
              </p:nvSpPr>
              <p:spPr>
                <a:xfrm>
                  <a:off x="8180357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秀</a:t>
                  </a:r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CB5D4EE7-5DE0-B73A-6D20-CAE14105A7CA}"/>
                    </a:ext>
                  </a:extLst>
                </p:cNvPr>
                <p:cNvSpPr/>
                <p:nvPr/>
              </p:nvSpPr>
              <p:spPr>
                <a:xfrm>
                  <a:off x="8444845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应</a:t>
                  </a:r>
                </a:p>
              </p:txBody>
            </p:sp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CC5E1B41-7C54-2D5B-8927-CD029FC6003F}"/>
                    </a:ext>
                  </a:extLst>
                </p:cNvPr>
                <p:cNvSpPr/>
                <p:nvPr/>
              </p:nvSpPr>
              <p:spPr>
                <a:xfrm>
                  <a:off x="8709333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届</a:t>
                  </a: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0EAECBC9-D266-83DC-B971-4C2A7817BF73}"/>
                    </a:ext>
                  </a:extLst>
                </p:cNvPr>
                <p:cNvSpPr/>
                <p:nvPr/>
              </p:nvSpPr>
              <p:spPr>
                <a:xfrm>
                  <a:off x="8973821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本</a:t>
                  </a:r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DBBFAAC1-2EB9-752C-5467-7BE757E3794C}"/>
                    </a:ext>
                  </a:extLst>
                </p:cNvPr>
                <p:cNvSpPr/>
                <p:nvPr/>
              </p:nvSpPr>
              <p:spPr>
                <a:xfrm>
                  <a:off x="9238309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rgbClr val="C00000"/>
                      </a:solidFill>
                    </a:rPr>
                    <a:t>科</a:t>
                  </a:r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09FFBC29-2317-5BA8-C4B0-503683A48CAC}"/>
                    </a:ext>
                  </a:extLst>
                </p:cNvPr>
                <p:cNvSpPr/>
                <p:nvPr/>
              </p:nvSpPr>
              <p:spPr>
                <a:xfrm>
                  <a:off x="9500502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毕</a:t>
                  </a:r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84D10342-4A3E-10B3-67C6-9626D860F79E}"/>
                    </a:ext>
                  </a:extLst>
                </p:cNvPr>
                <p:cNvSpPr/>
                <p:nvPr/>
              </p:nvSpPr>
              <p:spPr>
                <a:xfrm>
                  <a:off x="9764990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业</a:t>
                  </a:r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2986655A-17B1-A4DD-2C3C-5FB5A8D5F577}"/>
                    </a:ext>
                  </a:extLst>
                </p:cNvPr>
                <p:cNvSpPr/>
                <p:nvPr/>
              </p:nvSpPr>
              <p:spPr>
                <a:xfrm>
                  <a:off x="10029478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生</a:t>
                  </a:r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9C11BCC9-6D1D-680A-09C9-F2BF849A4E7E}"/>
                    </a:ext>
                  </a:extLst>
                </p:cNvPr>
                <p:cNvSpPr/>
                <p:nvPr/>
              </p:nvSpPr>
              <p:spPr>
                <a:xfrm>
                  <a:off x="10293966" y="5252392"/>
                  <a:ext cx="264488" cy="264488"/>
                </a:xfrm>
                <a:prstGeom prst="rect">
                  <a:avLst/>
                </a:prstGeom>
                <a:solidFill>
                  <a:srgbClr val="A6EB4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免</a:t>
                  </a:r>
                </a:p>
              </p:txBody>
            </p:sp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AB4BFDC9-5A7E-64A4-FCB6-EF02FFCF49D9}"/>
                    </a:ext>
                  </a:extLst>
                </p:cNvPr>
                <p:cNvSpPr/>
                <p:nvPr/>
              </p:nvSpPr>
              <p:spPr>
                <a:xfrm>
                  <a:off x="10558454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试</a:t>
                  </a:r>
                </a:p>
              </p:txBody>
            </p:sp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1494EB16-19CA-5EA5-4F75-9325DDD7C8C0}"/>
                    </a:ext>
                  </a:extLst>
                </p:cNvPr>
                <p:cNvSpPr/>
                <p:nvPr/>
              </p:nvSpPr>
              <p:spPr>
                <a:xfrm>
                  <a:off x="10822942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攻</a:t>
                  </a:r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AFCE95C2-3BA6-5E59-56AF-9C0A9A2C044B}"/>
                    </a:ext>
                  </a:extLst>
                </p:cNvPr>
                <p:cNvSpPr/>
                <p:nvPr/>
              </p:nvSpPr>
              <p:spPr>
                <a:xfrm>
                  <a:off x="11087430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读</a:t>
                  </a:r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471D4606-430A-7304-AAEF-23EAB7479BDC}"/>
                    </a:ext>
                  </a:extLst>
                </p:cNvPr>
                <p:cNvSpPr/>
                <p:nvPr/>
              </p:nvSpPr>
              <p:spPr>
                <a:xfrm>
                  <a:off x="11351918" y="5252392"/>
                  <a:ext cx="264488" cy="264488"/>
                </a:xfrm>
                <a:prstGeom prst="rect">
                  <a:avLst/>
                </a:prstGeom>
                <a:solidFill>
                  <a:srgbClr val="5FF3B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研</a:t>
                  </a:r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64D2BBAF-8DD1-9259-3373-A1F302B7F528}"/>
                    </a:ext>
                  </a:extLst>
                </p:cNvPr>
                <p:cNvSpPr/>
                <p:nvPr/>
              </p:nvSpPr>
              <p:spPr>
                <a:xfrm>
                  <a:off x="11616406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究</a:t>
                  </a:r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1ED91BA4-0AAF-D81A-7485-A06A110C1E32}"/>
                    </a:ext>
                  </a:extLst>
                </p:cNvPr>
                <p:cNvSpPr/>
                <p:nvPr/>
              </p:nvSpPr>
              <p:spPr>
                <a:xfrm>
                  <a:off x="11880894" y="5252392"/>
                  <a:ext cx="264488" cy="26448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</a:rPr>
                    <a:t>生</a:t>
                  </a:r>
                </a:p>
              </p:txBody>
            </p:sp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EA64EEE4-41ED-2A85-7772-CDD8D71F688E}"/>
                  </a:ext>
                </a:extLst>
              </p:cNvPr>
              <p:cNvGrpSpPr/>
              <p:nvPr/>
            </p:nvGrpSpPr>
            <p:grpSpPr>
              <a:xfrm>
                <a:off x="2924032" y="5349566"/>
                <a:ext cx="1351936" cy="599768"/>
                <a:chOff x="8681883" y="1238865"/>
                <a:chExt cx="1351936" cy="599768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23F0005-38CF-80BD-F622-ABBADB71F90E}"/>
                    </a:ext>
                  </a:extLst>
                </p:cNvPr>
                <p:cNvSpPr/>
                <p:nvPr/>
              </p:nvSpPr>
              <p:spPr>
                <a:xfrm>
                  <a:off x="8681883" y="1238865"/>
                  <a:ext cx="599768" cy="599768"/>
                </a:xfrm>
                <a:prstGeom prst="rect">
                  <a:avLst/>
                </a:prstGeom>
                <a:solidFill>
                  <a:srgbClr val="F1DB6B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推</a:t>
                  </a:r>
                </a:p>
              </p:txBody>
            </p:sp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FC8E30DA-97FA-7083-429F-1B6CD65AEA8D}"/>
                    </a:ext>
                  </a:extLst>
                </p:cNvPr>
                <p:cNvSpPr/>
                <p:nvPr/>
              </p:nvSpPr>
              <p:spPr>
                <a:xfrm>
                  <a:off x="9434051" y="1238865"/>
                  <a:ext cx="599768" cy="599768"/>
                </a:xfrm>
                <a:prstGeom prst="rect">
                  <a:avLst/>
                </a:prstGeom>
                <a:solidFill>
                  <a:srgbClr val="A6EB4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3600" b="1">
                      <a:solidFill>
                        <a:schemeClr val="tx1"/>
                      </a:solidFill>
                    </a:rPr>
                    <a:t>免</a:t>
                  </a:r>
                </a:p>
              </p:txBody>
            </p: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76276DE-3D67-A3E4-2D3C-0E8C7450F071}"/>
                </a:ext>
              </a:extLst>
            </p:cNvPr>
            <p:cNvSpPr txBox="1"/>
            <p:nvPr/>
          </p:nvSpPr>
          <p:spPr>
            <a:xfrm>
              <a:off x="7724278" y="4167509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2490CD8-75AB-3CD9-8803-3493A30A8A7F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93" y="1848466"/>
              <a:ext cx="0" cy="973394"/>
            </a:xfrm>
            <a:prstGeom prst="straightConnector1">
              <a:avLst/>
            </a:prstGeom>
            <a:ln w="952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4C9473D-CE9E-CFBA-A7AF-43C7445B3784}"/>
                </a:ext>
              </a:extLst>
            </p:cNvPr>
            <p:cNvSpPr/>
            <p:nvPr/>
          </p:nvSpPr>
          <p:spPr>
            <a:xfrm>
              <a:off x="5140965" y="1830436"/>
              <a:ext cx="1526605" cy="504727"/>
            </a:xfrm>
            <a:custGeom>
              <a:avLst/>
              <a:gdLst>
                <a:gd name="csX0" fmla="*/ 0 w 1643790"/>
                <a:gd name="csY0" fmla="*/ 0 h 825582"/>
                <a:gd name="csX1" fmla="*/ 1643790 w 1643790"/>
                <a:gd name="csY1" fmla="*/ 825582 h 825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3790" h="825582">
                  <a:moveTo>
                    <a:pt x="0" y="0"/>
                  </a:moveTo>
                  <a:cubicBezTo>
                    <a:pt x="121210" y="539354"/>
                    <a:pt x="892660" y="723108"/>
                    <a:pt x="1643790" y="825582"/>
                  </a:cubicBezTo>
                </a:path>
              </a:pathLst>
            </a:custGeom>
            <a:noFill/>
            <a:ln w="762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06F27DB-C2C5-0BB8-C843-99006C2E0EC8}"/>
                </a:ext>
              </a:extLst>
            </p:cNvPr>
            <p:cNvSpPr txBox="1"/>
            <p:nvPr/>
          </p:nvSpPr>
          <p:spPr>
            <a:xfrm>
              <a:off x="6755630" y="1982396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764C284-1450-A35B-273A-D400456064A0}"/>
                </a:ext>
              </a:extLst>
            </p:cNvPr>
            <p:cNvSpPr/>
            <p:nvPr/>
          </p:nvSpPr>
          <p:spPr>
            <a:xfrm>
              <a:off x="2684462" y="552447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244390FC-6E92-60D6-354C-FACB582E0C2B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93" y="4027127"/>
              <a:ext cx="0" cy="1116000"/>
            </a:xfrm>
            <a:prstGeom prst="straightConnector1">
              <a:avLst/>
            </a:prstGeom>
            <a:ln w="952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曲线 53">
              <a:extLst>
                <a:ext uri="{FF2B5EF4-FFF2-40B4-BE49-F238E27FC236}">
                  <a16:creationId xmlns:a16="http://schemas.microsoft.com/office/drawing/2014/main" id="{9AFDBCA3-E20B-D748-CA85-528FF4A52C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96804" y="4116831"/>
              <a:ext cx="504000" cy="2391523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连接符: 曲线 55">
              <a:extLst>
                <a:ext uri="{FF2B5EF4-FFF2-40B4-BE49-F238E27FC236}">
                  <a16:creationId xmlns:a16="http://schemas.microsoft.com/office/drawing/2014/main" id="{9B35C535-1556-3879-4B89-7866EEAE0B8B}"/>
                </a:ext>
              </a:extLst>
            </p:cNvPr>
            <p:cNvCxnSpPr>
              <a:cxnSpLocks/>
              <a:stCxn id="69" idx="2"/>
              <a:endCxn id="62" idx="0"/>
            </p:cNvCxnSpPr>
            <p:nvPr/>
          </p:nvCxnSpPr>
          <p:spPr>
            <a:xfrm rot="16200000" flipH="1">
              <a:off x="5780389" y="4480648"/>
              <a:ext cx="407997" cy="1679645"/>
            </a:xfrm>
            <a:prstGeom prst="curvedConnector3">
              <a:avLst>
                <a:gd name="adj1" fmla="val 50000"/>
              </a:avLst>
            </a:prstGeom>
            <a:noFill/>
            <a:ln w="6350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C237C04-CA78-39AC-E5A5-A2C61901CCBA}"/>
                </a:ext>
              </a:extLst>
            </p:cNvPr>
            <p:cNvSpPr/>
            <p:nvPr/>
          </p:nvSpPr>
          <p:spPr>
            <a:xfrm>
              <a:off x="6755630" y="552447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EE1E47C-43E2-C113-6439-5C36025FC1E0}"/>
                </a:ext>
              </a:extLst>
            </p:cNvPr>
            <p:cNvSpPr/>
            <p:nvPr/>
          </p:nvSpPr>
          <p:spPr>
            <a:xfrm>
              <a:off x="5140965" y="5109273"/>
              <a:ext cx="7200" cy="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52E9AC90-7E78-2145-2677-B53B3C3B2368}"/>
                </a:ext>
              </a:extLst>
            </p:cNvPr>
            <p:cNvSpPr/>
            <p:nvPr/>
          </p:nvSpPr>
          <p:spPr>
            <a:xfrm>
              <a:off x="5152233" y="4057607"/>
              <a:ext cx="2527992" cy="494623"/>
            </a:xfrm>
            <a:custGeom>
              <a:avLst/>
              <a:gdLst>
                <a:gd name="csX0" fmla="*/ 0 w 1643790"/>
                <a:gd name="csY0" fmla="*/ 0 h 825582"/>
                <a:gd name="csX1" fmla="*/ 1643790 w 1643790"/>
                <a:gd name="csY1" fmla="*/ 825582 h 825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3790" h="825582">
                  <a:moveTo>
                    <a:pt x="0" y="0"/>
                  </a:moveTo>
                  <a:cubicBezTo>
                    <a:pt x="121210" y="539354"/>
                    <a:pt x="892660" y="723108"/>
                    <a:pt x="1643790" y="825582"/>
                  </a:cubicBezTo>
                </a:path>
              </a:pathLst>
            </a:custGeom>
            <a:noFill/>
            <a:ln w="82550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E990F12-3F32-617D-EC0F-C069570B0E08}"/>
                </a:ext>
              </a:extLst>
            </p:cNvPr>
            <p:cNvSpPr/>
            <p:nvPr/>
          </p:nvSpPr>
          <p:spPr>
            <a:xfrm>
              <a:off x="8836398" y="5707350"/>
              <a:ext cx="13716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连接符: 曲线 85">
              <a:extLst>
                <a:ext uri="{FF2B5EF4-FFF2-40B4-BE49-F238E27FC236}">
                  <a16:creationId xmlns:a16="http://schemas.microsoft.com/office/drawing/2014/main" id="{DC81F32B-550E-E30F-D46F-D9D727DD601C}"/>
                </a:ext>
              </a:extLst>
            </p:cNvPr>
            <p:cNvCxnSpPr>
              <a:cxnSpLocks/>
              <a:stCxn id="69" idx="3"/>
              <a:endCxn id="85" idx="0"/>
            </p:cNvCxnSpPr>
            <p:nvPr/>
          </p:nvCxnSpPr>
          <p:spPr>
            <a:xfrm>
              <a:off x="5148165" y="5112873"/>
              <a:ext cx="3756813" cy="594477"/>
            </a:xfrm>
            <a:prstGeom prst="curvedConnector2">
              <a:avLst/>
            </a:prstGeom>
            <a:noFill/>
            <a:ln w="79375">
              <a:solidFill>
                <a:schemeClr val="bg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5946485-79B1-6E8B-CA62-6DB6477A9849}"/>
                </a:ext>
              </a:extLst>
            </p:cNvPr>
            <p:cNvSpPr txBox="1"/>
            <p:nvPr/>
          </p:nvSpPr>
          <p:spPr>
            <a:xfrm>
              <a:off x="8832857" y="5570493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>
                  <a:latin typeface="+mn-ea"/>
                </a:rPr>
                <a:t>…</a:t>
              </a:r>
              <a:endParaRPr lang="zh-CN" altLang="en-US" sz="4400" b="1">
                <a:latin typeface="+mn-ea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C001683A-FF79-3FCA-2686-FC2FA3E8989F}"/>
                </a:ext>
              </a:extLst>
            </p:cNvPr>
            <p:cNvSpPr txBox="1"/>
            <p:nvPr/>
          </p:nvSpPr>
          <p:spPr>
            <a:xfrm>
              <a:off x="4269550" y="209446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000" b="1"/>
                <a:t>三年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52010734-C609-5829-AB94-DE45962F7610}"/>
                </a:ext>
              </a:extLst>
            </p:cNvPr>
            <p:cNvSpPr txBox="1"/>
            <p:nvPr/>
          </p:nvSpPr>
          <p:spPr>
            <a:xfrm>
              <a:off x="3765029" y="4386528"/>
              <a:ext cx="1210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000" b="1"/>
                <a:t>四到五年</a:t>
              </a:r>
            </a:p>
          </p:txBody>
        </p: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02546A1F-766A-AEFF-18B8-9DFB27F69275}"/>
                </a:ext>
              </a:extLst>
            </p:cNvPr>
            <p:cNvCxnSpPr/>
            <p:nvPr/>
          </p:nvCxnSpPr>
          <p:spPr>
            <a:xfrm>
              <a:off x="2684462" y="6715432"/>
              <a:ext cx="0" cy="142568"/>
            </a:xfrm>
            <a:prstGeom prst="line">
              <a:avLst/>
            </a:prstGeom>
            <a:ln w="38100">
              <a:gradFill>
                <a:gsLst>
                  <a:gs pos="0">
                    <a:schemeClr val="bg2">
                      <a:lumMod val="75000"/>
                    </a:schemeClr>
                  </a:gs>
                  <a:gs pos="74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5FD26D2E-22B5-40A0-64E6-25DA0E54BCC6}"/>
                </a:ext>
              </a:extLst>
            </p:cNvPr>
            <p:cNvCxnSpPr/>
            <p:nvPr/>
          </p:nvCxnSpPr>
          <p:spPr>
            <a:xfrm>
              <a:off x="6877550" y="6715432"/>
              <a:ext cx="0" cy="142568"/>
            </a:xfrm>
            <a:prstGeom prst="line">
              <a:avLst/>
            </a:prstGeom>
            <a:ln w="63500">
              <a:gradFill>
                <a:gsLst>
                  <a:gs pos="0">
                    <a:schemeClr val="bg2">
                      <a:lumMod val="75000"/>
                    </a:schemeClr>
                  </a:gs>
                  <a:gs pos="74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3814802C-CC87-9AC4-D30C-BB16A6E5A3B2}"/>
                </a:ext>
              </a:extLst>
            </p:cNvPr>
            <p:cNvCxnSpPr/>
            <p:nvPr/>
          </p:nvCxnSpPr>
          <p:spPr>
            <a:xfrm>
              <a:off x="5154366" y="102073"/>
              <a:ext cx="0" cy="540000"/>
            </a:xfrm>
            <a:prstGeom prst="straightConnector1">
              <a:avLst/>
            </a:prstGeom>
            <a:ln w="95250">
              <a:gradFill>
                <a:gsLst>
                  <a:gs pos="0">
                    <a:schemeClr val="bg1"/>
                  </a:gs>
                  <a:gs pos="55000">
                    <a:schemeClr val="bg2">
                      <a:lumMod val="75000"/>
                    </a:schemeClr>
                  </a:gs>
                </a:gsLst>
                <a:lin ang="5400000" scaled="1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945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4">
      <a:majorFont>
        <a:latin typeface="Exo"/>
        <a:ea typeface="思源黑体 CN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95</Words>
  <Application>Microsoft Office PowerPoint</Application>
  <PresentationFormat>宽屏</PresentationFormat>
  <Paragraphs>79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思源黑体 CN</vt:lpstr>
      <vt:lpstr>Arial</vt:lpstr>
      <vt:lpstr>Exo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1</cp:revision>
  <dcterms:created xsi:type="dcterms:W3CDTF">2026-09-18T16:53:18Z</dcterms:created>
  <dcterms:modified xsi:type="dcterms:W3CDTF">2026-09-18T17:39:56Z</dcterms:modified>
</cp:coreProperties>
</file>