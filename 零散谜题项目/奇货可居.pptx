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004C"/>
    <a:srgbClr val="009900"/>
    <a:srgbClr val="000099"/>
    <a:srgbClr val="990000"/>
    <a:srgbClr val="CCCC00"/>
    <a:srgbClr val="0000FF"/>
    <a:srgbClr val="CCCCFF"/>
    <a:srgbClr val="CC0000"/>
    <a:srgbClr val="990033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3C102C-5B15-13BC-CAC2-AAC639C44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2FF737-38ED-2F6D-EB21-B3A772F5E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55C5AD-1D90-1848-FE53-A0058A5B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8EED8-E9F8-47B8-98E6-441475D90022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7C8231-B298-B70C-AEE0-0634224E7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16D02A-31D7-C166-7A36-C1720EF9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EDCB-67FF-40E5-A8E4-EB483B8482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02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463F07-2A31-FCF4-0C26-05719857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464096-F4D3-0C50-28A4-AA9A93A10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F9B955-0FF9-3095-7DFF-CFDBD3961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8EED8-E9F8-47B8-98E6-441475D90022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C5E8DA-9EF7-7BA7-B264-6554B0A3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FC263A-32D5-77C0-4FFC-5DF6E629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EDCB-67FF-40E5-A8E4-EB483B8482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443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029C9-D50B-7652-0F5B-69FA02073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D0F2AD-FD05-95EF-41E6-279DC9AE4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2CC5B9-D756-A6D5-9ECE-93B3B2DE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8EED8-E9F8-47B8-98E6-441475D90022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857763-5F39-5DE0-41F3-569CC0F4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7F12DC-DB6F-F92B-DC16-FE90150F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EDCB-67FF-40E5-A8E4-EB483B8482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355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197C4-2887-9FF5-9F40-AAB502ACD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7C90C9-4855-6444-2F25-C7DDC18B6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7ED009-5C71-8F57-B0F3-65FD5E7BA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E16B53-9D61-0222-BB08-B46A8584D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8EED8-E9F8-47B8-98E6-441475D90022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B776E8-4625-961D-867D-B3FDA568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3400EF-AA64-F309-ACD0-6CD045C3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EDCB-67FF-40E5-A8E4-EB483B8482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044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9DC27-966A-3018-72F2-797AB982A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6A5B31-79D4-90BD-54A0-CD7BB776B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DCAF37-2D74-DE9C-5A36-83C788CC9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2CF8E2-B480-706A-9A40-5496EF261C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DAF2A19-F3BF-6585-A4ED-19A9944AA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323F57-6F15-32BA-01E0-DB6C6CBD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8EED8-E9F8-47B8-98E6-441475D90022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EB42810-6791-6047-D722-C56FBDCAA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14A512-67FF-F308-0CF8-270EE0837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EDCB-67FF-40E5-A8E4-EB483B8482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872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21422-7D00-D242-5672-A9D427C7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735FA6-2F3B-3863-46C0-FAE42D4D1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8EED8-E9F8-47B8-98E6-441475D90022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3F0FDB-621B-54D8-5E99-77C01D21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BFD819-BCA4-6E93-E386-0AA90B43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EDCB-67FF-40E5-A8E4-EB483B8482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34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3F2474-2DF4-D1B4-E04E-0E2AF16F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8EED8-E9F8-47B8-98E6-441475D90022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66012B-ECD3-BF9D-703D-1AEE140D1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978545-2FBE-11F8-9119-314F3D1E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EDCB-67FF-40E5-A8E4-EB483B8482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441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2451D-1955-0741-72B3-20D3E45C0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A461C3-905B-6EF1-DCF3-B9337E39B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F77916-8749-9B6D-986C-96B910D10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FD8614-D9E3-4653-5128-0EE62094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8EED8-E9F8-47B8-98E6-441475D90022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DD929E-9251-5A04-80B4-F9BB9B05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20F6D8-7498-95E0-2D5A-689553C8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EDCB-67FF-40E5-A8E4-EB483B8482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76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397C3-D998-0E83-1D6B-4D65F3EB0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F662243-1FC5-B59B-7B0B-26B79667A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D3402A-97CB-2686-0F2C-10C7D40E4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46E1E7-F43E-E541-EF29-89CA8BE14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8EED8-E9F8-47B8-98E6-441475D90022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C478F9-DBCD-5588-8486-3518E2CF5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5329E3-5634-B8EF-1659-1DDD7C60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EDCB-67FF-40E5-A8E4-EB483B8482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61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E6A18-FD70-9C8F-5A32-98AC69BE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AE6344-71FE-375C-A818-E64D5A23C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AE85E2-D3E5-B06A-7D38-7055FEDC9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8EED8-E9F8-47B8-98E6-441475D90022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88CE4A-E19C-853D-D284-ACF828204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CEBF7B-CDB1-CDC9-2D05-5DE39109F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EDCB-67FF-40E5-A8E4-EB483B8482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179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DFD3CD-180A-09A3-0855-407AC79EA8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AE588F-DA28-E729-E025-3154BF647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A37469-B953-A9B9-CFFA-8A1D03B01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8EED8-E9F8-47B8-98E6-441475D90022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922F65-7709-7BA4-C8E7-32477886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F946AE-CE19-D054-10F0-32D7CEFF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3EDCB-67FF-40E5-A8E4-EB483B8482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48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4AC245-D8FE-A8CD-DC27-F8E2A0A9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72C2E9-C78D-F61E-26AE-BBF8AA07D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34951C-B145-6EEC-105D-FF844349B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98EED8-E9F8-47B8-98E6-441475D90022}" type="datetimeFigureOut">
              <a:rPr lang="zh-CN" altLang="en-US" smtClean="0"/>
              <a:t>2026/1/31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12175F-C5FE-EEE9-4E3E-5381C31EB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C26CE9-C725-284C-C6CB-26DC555A1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43EDCB-67FF-40E5-A8E4-EB483B8482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764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>
            <a:extLst>
              <a:ext uri="{FF2B5EF4-FFF2-40B4-BE49-F238E27FC236}">
                <a16:creationId xmlns:a16="http://schemas.microsoft.com/office/drawing/2014/main" id="{1BC9397D-2E90-BD59-0E16-A6752A1B7DCB}"/>
              </a:ext>
            </a:extLst>
          </p:cNvPr>
          <p:cNvGrpSpPr/>
          <p:nvPr/>
        </p:nvGrpSpPr>
        <p:grpSpPr>
          <a:xfrm>
            <a:off x="2900516" y="668594"/>
            <a:ext cx="5919019" cy="5535561"/>
            <a:chOff x="2900516" y="668594"/>
            <a:chExt cx="5919019" cy="5535561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85A70921-C164-0E43-93F9-DD6683F40DE1}"/>
                </a:ext>
              </a:extLst>
            </p:cNvPr>
            <p:cNvSpPr/>
            <p:nvPr/>
          </p:nvSpPr>
          <p:spPr>
            <a:xfrm>
              <a:off x="2900516" y="668594"/>
              <a:ext cx="5919019" cy="55355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1877A2B-042A-057B-0C3D-2F6D5E5A24CA}"/>
                </a:ext>
              </a:extLst>
            </p:cNvPr>
            <p:cNvSpPr/>
            <p:nvPr/>
          </p:nvSpPr>
          <p:spPr>
            <a:xfrm>
              <a:off x="3136490" y="4414683"/>
              <a:ext cx="5437239" cy="1543665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66D70F75-0727-668D-A92A-9EB3845280D9}"/>
                </a:ext>
              </a:extLst>
            </p:cNvPr>
            <p:cNvGrpSpPr/>
            <p:nvPr/>
          </p:nvGrpSpPr>
          <p:grpSpPr>
            <a:xfrm>
              <a:off x="3298720" y="4557257"/>
              <a:ext cx="5029199" cy="1204451"/>
              <a:chOff x="3298720" y="1814050"/>
              <a:chExt cx="5029199" cy="1204451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7F4266C6-DDC3-7F49-77E3-655C990F3CC2}"/>
                  </a:ext>
                </a:extLst>
              </p:cNvPr>
              <p:cNvSpPr/>
              <p:nvPr/>
            </p:nvSpPr>
            <p:spPr>
              <a:xfrm>
                <a:off x="3362633" y="2453146"/>
                <a:ext cx="1130710" cy="550790"/>
              </a:xfrm>
              <a:prstGeom prst="rect">
                <a:avLst/>
              </a:prstGeom>
              <a:solidFill>
                <a:srgbClr val="CCCCFF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1417BED-0504-7EFA-0594-455693556D25}"/>
                  </a:ext>
                </a:extLst>
              </p:cNvPr>
              <p:cNvSpPr/>
              <p:nvPr/>
            </p:nvSpPr>
            <p:spPr>
              <a:xfrm>
                <a:off x="3362633" y="1887791"/>
                <a:ext cx="1130710" cy="1130710"/>
              </a:xfrm>
              <a:prstGeom prst="rect">
                <a:avLst/>
              </a:prstGeom>
              <a:noFill/>
              <a:ln w="28575">
                <a:solidFill>
                  <a:srgbClr val="0000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7A602DA-F181-CD18-7A8D-4E93BCF1E559}"/>
                  </a:ext>
                </a:extLst>
              </p:cNvPr>
              <p:cNvSpPr/>
              <p:nvPr/>
            </p:nvSpPr>
            <p:spPr>
              <a:xfrm>
                <a:off x="4640825" y="1887791"/>
                <a:ext cx="1130710" cy="1130710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C3C60F4-B0AC-4D3E-ED5D-442189FA20A6}"/>
                  </a:ext>
                </a:extLst>
              </p:cNvPr>
              <p:cNvSpPr/>
              <p:nvPr/>
            </p:nvSpPr>
            <p:spPr>
              <a:xfrm>
                <a:off x="5919017" y="1887791"/>
                <a:ext cx="1130710" cy="1130710"/>
              </a:xfrm>
              <a:prstGeom prst="rect">
                <a:avLst/>
              </a:prstGeom>
              <a:solidFill>
                <a:srgbClr val="CCCCFF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6A69FB2-2136-681C-2ECF-746CA3EC3F50}"/>
                  </a:ext>
                </a:extLst>
              </p:cNvPr>
              <p:cNvSpPr/>
              <p:nvPr/>
            </p:nvSpPr>
            <p:spPr>
              <a:xfrm>
                <a:off x="7197209" y="1887791"/>
                <a:ext cx="1130710" cy="1130710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D30D834-685E-B74F-87B4-1F5B85A6D368}"/>
                  </a:ext>
                </a:extLst>
              </p:cNvPr>
              <p:cNvSpPr/>
              <p:nvPr/>
            </p:nvSpPr>
            <p:spPr>
              <a:xfrm>
                <a:off x="3298720" y="1814050"/>
                <a:ext cx="2556387" cy="639096"/>
              </a:xfrm>
              <a:prstGeom prst="rect">
                <a:avLst/>
              </a:prstGeom>
              <a:noFill/>
              <a:ln w="38100">
                <a:solidFill>
                  <a:srgbClr val="CCCC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31EE42C-AC63-B597-0C63-81CF83226B1F}"/>
                </a:ext>
              </a:extLst>
            </p:cNvPr>
            <p:cNvGrpSpPr/>
            <p:nvPr/>
          </p:nvGrpSpPr>
          <p:grpSpPr>
            <a:xfrm>
              <a:off x="3696926" y="1666563"/>
              <a:ext cx="4296697" cy="2054944"/>
              <a:chOff x="3696929" y="4060721"/>
              <a:chExt cx="4296697" cy="2054944"/>
            </a:xfrm>
          </p:grpSpPr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9072055D-C405-2449-9F22-F51A67CA1AA1}"/>
                  </a:ext>
                </a:extLst>
              </p:cNvPr>
              <p:cNvSpPr/>
              <p:nvPr/>
            </p:nvSpPr>
            <p:spPr>
              <a:xfrm>
                <a:off x="3696929" y="4060721"/>
                <a:ext cx="2733368" cy="2054944"/>
              </a:xfrm>
              <a:prstGeom prst="ellipse">
                <a:avLst/>
              </a:prstGeom>
              <a:solidFill>
                <a:srgbClr val="990000">
                  <a:alpha val="5098"/>
                </a:srgbClr>
              </a:solidFill>
              <a:ln>
                <a:solidFill>
                  <a:srgbClr val="99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6A3AA5F7-DB16-85D4-A5DA-0704BD9AC53E}"/>
                  </a:ext>
                </a:extLst>
              </p:cNvPr>
              <p:cNvSpPr/>
              <p:nvPr/>
            </p:nvSpPr>
            <p:spPr>
              <a:xfrm>
                <a:off x="5260258" y="4060721"/>
                <a:ext cx="2733368" cy="2054944"/>
              </a:xfrm>
              <a:prstGeom prst="ellipse">
                <a:avLst/>
              </a:prstGeom>
              <a:solidFill>
                <a:srgbClr val="009900">
                  <a:alpha val="5098"/>
                </a:srgbClr>
              </a:solidFill>
              <a:ln>
                <a:solidFill>
                  <a:srgbClr val="0099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EACE57E1-7414-7D2C-36EB-0A2E08BAAE08}"/>
                  </a:ext>
                </a:extLst>
              </p:cNvPr>
              <p:cNvGrpSpPr/>
              <p:nvPr/>
            </p:nvGrpSpPr>
            <p:grpSpPr>
              <a:xfrm>
                <a:off x="4119093" y="4611511"/>
                <a:ext cx="773312" cy="516010"/>
                <a:chOff x="957172" y="-1"/>
                <a:chExt cx="1884353" cy="1257378"/>
              </a:xfrm>
            </p:grpSpPr>
            <p:pic>
              <p:nvPicPr>
                <p:cNvPr id="13" name="图片 12" descr="形状&#10;&#10;AI 生成的内容可能不正确。">
                  <a:extLst>
                    <a:ext uri="{FF2B5EF4-FFF2-40B4-BE49-F238E27FC236}">
                      <a16:creationId xmlns:a16="http://schemas.microsoft.com/office/drawing/2014/main" id="{D0BB1A94-9614-EB35-92D7-EDDE8603F5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67310"/>
                <a:stretch>
                  <a:fillRect/>
                </a:stretch>
              </p:blipFill>
              <p:spPr>
                <a:xfrm>
                  <a:off x="957172" y="0"/>
                  <a:ext cx="615989" cy="1257377"/>
                </a:xfrm>
                <a:prstGeom prst="rect">
                  <a:avLst/>
                </a:prstGeom>
              </p:spPr>
            </p:pic>
            <p:pic>
              <p:nvPicPr>
                <p:cNvPr id="15" name="图片 14" descr="形状&#10;&#10;AI 生成的内容可能不正确。">
                  <a:extLst>
                    <a:ext uri="{FF2B5EF4-FFF2-40B4-BE49-F238E27FC236}">
                      <a16:creationId xmlns:a16="http://schemas.microsoft.com/office/drawing/2014/main" id="{86E1EB98-DCBC-7354-4E83-B09D62E7FD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7310"/>
                <a:stretch>
                  <a:fillRect/>
                </a:stretch>
              </p:blipFill>
              <p:spPr>
                <a:xfrm>
                  <a:off x="2225536" y="-1"/>
                  <a:ext cx="615989" cy="1257377"/>
                </a:xfrm>
                <a:prstGeom prst="rect">
                  <a:avLst/>
                </a:prstGeom>
              </p:spPr>
            </p:pic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ED516B5E-5AE8-655C-663B-B145DD05AFDC}"/>
                    </a:ext>
                  </a:extLst>
                </p:cNvPr>
                <p:cNvSpPr/>
                <p:nvPr/>
              </p:nvSpPr>
              <p:spPr>
                <a:xfrm>
                  <a:off x="957172" y="0"/>
                  <a:ext cx="1884352" cy="1257377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C5950C1-7550-82F4-60E8-6C441343DA49}"/>
                  </a:ext>
                </a:extLst>
              </p:cNvPr>
              <p:cNvSpPr txBox="1"/>
              <p:nvPr/>
            </p:nvSpPr>
            <p:spPr>
              <a:xfrm>
                <a:off x="6562177" y="4638457"/>
                <a:ext cx="12209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DWICH</a:t>
                </a:r>
                <a:endParaRPr lang="zh-CN" altLang="en-US" sz="2400" b="1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4696987-5E57-AFCD-34E1-D82157C28F88}"/>
                  </a:ext>
                </a:extLst>
              </p:cNvPr>
              <p:cNvSpPr txBox="1"/>
              <p:nvPr/>
            </p:nvSpPr>
            <p:spPr>
              <a:xfrm>
                <a:off x="4208231" y="5297434"/>
                <a:ext cx="59503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990033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…</a:t>
                </a:r>
                <a:endParaRPr lang="zh-CN" altLang="en-US" sz="3200" b="1">
                  <a:solidFill>
                    <a:srgbClr val="990033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9A56A95-A246-1932-8E2D-7DFFE40EDA06}"/>
                  </a:ext>
                </a:extLst>
              </p:cNvPr>
              <p:cNvSpPr txBox="1"/>
              <p:nvPr/>
            </p:nvSpPr>
            <p:spPr>
              <a:xfrm>
                <a:off x="6899691" y="5297434"/>
                <a:ext cx="59503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>
                    <a:solidFill>
                      <a:srgbClr val="009900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…</a:t>
                </a:r>
                <a:endParaRPr lang="zh-CN" altLang="en-US" sz="3200" b="1">
                  <a:solidFill>
                    <a:srgbClr val="0099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9AB2084-148B-2E9A-1A8D-00229AD827FC}"/>
                  </a:ext>
                </a:extLst>
              </p:cNvPr>
              <p:cNvSpPr/>
              <p:nvPr/>
            </p:nvSpPr>
            <p:spPr>
              <a:xfrm>
                <a:off x="5665836" y="4920683"/>
                <a:ext cx="358877" cy="358877"/>
              </a:xfrm>
              <a:prstGeom prst="rect">
                <a:avLst/>
              </a:prstGeom>
              <a:noFill/>
              <a:ln w="38100">
                <a:solidFill>
                  <a:srgbClr val="CCCC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0D00EA8-6445-9F56-36AD-4090A8934430}"/>
                </a:ext>
              </a:extLst>
            </p:cNvPr>
            <p:cNvSpPr txBox="1"/>
            <p:nvPr/>
          </p:nvSpPr>
          <p:spPr>
            <a:xfrm>
              <a:off x="3056646" y="3991270"/>
              <a:ext cx="21478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solidFill>
                    <a:schemeClr val="bg1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Answer</a:t>
              </a:r>
              <a:r>
                <a:rPr lang="zh-CN" altLang="en-US" sz="2000" b="1">
                  <a:solidFill>
                    <a:schemeClr val="bg1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（成语）</a:t>
              </a: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9F364B99-82B5-416A-B46E-21DA00F29E6F}"/>
                </a:ext>
              </a:extLst>
            </p:cNvPr>
            <p:cNvGrpSpPr/>
            <p:nvPr/>
          </p:nvGrpSpPr>
          <p:grpSpPr>
            <a:xfrm>
              <a:off x="7408233" y="4896786"/>
              <a:ext cx="710383" cy="618798"/>
              <a:chOff x="9144000" y="2900150"/>
              <a:chExt cx="1054562" cy="918604"/>
            </a:xfrm>
          </p:grpSpPr>
          <p:sp>
            <p:nvSpPr>
              <p:cNvPr id="31" name="箭头: 五边形 30">
                <a:extLst>
                  <a:ext uri="{FF2B5EF4-FFF2-40B4-BE49-F238E27FC236}">
                    <a16:creationId xmlns:a16="http://schemas.microsoft.com/office/drawing/2014/main" id="{9F413604-9DA8-9655-FD0C-636EBBD5BCED}"/>
                  </a:ext>
                </a:extLst>
              </p:cNvPr>
              <p:cNvSpPr/>
              <p:nvPr/>
            </p:nvSpPr>
            <p:spPr>
              <a:xfrm rot="16200000">
                <a:off x="9266902" y="3046921"/>
                <a:ext cx="800251" cy="743414"/>
              </a:xfrm>
              <a:prstGeom prst="homePlat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FD9DE37-BD9E-1608-55A2-EE18060AD3D3}"/>
                  </a:ext>
                </a:extLst>
              </p:cNvPr>
              <p:cNvSpPr/>
              <p:nvPr/>
            </p:nvSpPr>
            <p:spPr>
              <a:xfrm>
                <a:off x="9580453" y="3502799"/>
                <a:ext cx="173148" cy="3159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E561005B-560F-2901-6B17-E3342E485D6C}"/>
                  </a:ext>
                </a:extLst>
              </p:cNvPr>
              <p:cNvCxnSpPr/>
              <p:nvPr/>
            </p:nvCxnSpPr>
            <p:spPr>
              <a:xfrm flipH="1">
                <a:off x="9144000" y="2900150"/>
                <a:ext cx="521110" cy="528850"/>
              </a:xfrm>
              <a:prstGeom prst="line">
                <a:avLst/>
              </a:prstGeom>
              <a:ln w="38100" cap="rnd">
                <a:solidFill>
                  <a:schemeClr val="bg1">
                    <a:lumMod val="5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4E80B1E1-3D93-051B-7CE0-E438398DAD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77452" y="2900150"/>
                <a:ext cx="521110" cy="528850"/>
              </a:xfrm>
              <a:prstGeom prst="line">
                <a:avLst/>
              </a:prstGeom>
              <a:ln w="38100" cap="rnd">
                <a:solidFill>
                  <a:schemeClr val="bg1">
                    <a:lumMod val="5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DB9BF79-A9F4-CA38-F122-D4AAE5635594}"/>
                </a:ext>
              </a:extLst>
            </p:cNvPr>
            <p:cNvSpPr txBox="1"/>
            <p:nvPr/>
          </p:nvSpPr>
          <p:spPr>
            <a:xfrm>
              <a:off x="3046814" y="821338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>
                  <a:solidFill>
                    <a:srgbClr val="4C004C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诡</a:t>
              </a:r>
              <a:r>
                <a:rPr lang="zh-CN" altLang="en-US" sz="2800" b="1">
                  <a:solidFill>
                    <a:srgbClr val="99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秘</a:t>
              </a:r>
              <a:r>
                <a:rPr lang="zh-CN" altLang="en-US" sz="28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的</a:t>
              </a:r>
              <a:r>
                <a:rPr lang="zh-CN" altLang="en-US" sz="2800" b="1">
                  <a:solidFill>
                    <a:srgbClr val="0099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日</a:t>
              </a:r>
              <a:r>
                <a:rPr lang="zh-CN" altLang="en-US" sz="28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谜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2ED82D61-530F-759D-D487-9EB930315BB2}"/>
                </a:ext>
              </a:extLst>
            </p:cNvPr>
            <p:cNvSpPr txBox="1"/>
            <p:nvPr/>
          </p:nvSpPr>
          <p:spPr>
            <a:xfrm>
              <a:off x="6563790" y="921955"/>
              <a:ext cx="20508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>
                  <a:solidFill>
                    <a:schemeClr val="bg1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@Zeta-Xi-Upsilon</a:t>
              </a:r>
              <a:endParaRPr lang="zh-CN" altLang="en-US" i="1">
                <a:solidFill>
                  <a:schemeClr val="bg1">
                    <a:lumMod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9386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76DA9-22D2-A837-A8E4-96C526F38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>
            <a:extLst>
              <a:ext uri="{FF2B5EF4-FFF2-40B4-BE49-F238E27FC236}">
                <a16:creationId xmlns:a16="http://schemas.microsoft.com/office/drawing/2014/main" id="{CB9DEBD5-D454-058F-2B20-6BD1565B9909}"/>
              </a:ext>
            </a:extLst>
          </p:cNvPr>
          <p:cNvGrpSpPr/>
          <p:nvPr/>
        </p:nvGrpSpPr>
        <p:grpSpPr>
          <a:xfrm>
            <a:off x="2900516" y="634855"/>
            <a:ext cx="5919019" cy="5569300"/>
            <a:chOff x="2900516" y="634855"/>
            <a:chExt cx="5919019" cy="5569300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45AD6BE5-20A1-8A0E-9E5A-6136CFA0DDB0}"/>
                </a:ext>
              </a:extLst>
            </p:cNvPr>
            <p:cNvGrpSpPr/>
            <p:nvPr/>
          </p:nvGrpSpPr>
          <p:grpSpPr>
            <a:xfrm>
              <a:off x="2900516" y="668594"/>
              <a:ext cx="5919019" cy="5535561"/>
              <a:chOff x="2900516" y="668594"/>
              <a:chExt cx="5919019" cy="5535561"/>
            </a:xfrm>
          </p:grpSpPr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4B975E3A-F6A8-3952-3322-F5F964547915}"/>
                  </a:ext>
                </a:extLst>
              </p:cNvPr>
              <p:cNvSpPr/>
              <p:nvPr/>
            </p:nvSpPr>
            <p:spPr>
              <a:xfrm>
                <a:off x="2900516" y="668594"/>
                <a:ext cx="5919019" cy="55355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A36354C4-DCDC-F4F0-D51B-6F0BFACA3902}"/>
                  </a:ext>
                </a:extLst>
              </p:cNvPr>
              <p:cNvSpPr/>
              <p:nvPr/>
            </p:nvSpPr>
            <p:spPr>
              <a:xfrm>
                <a:off x="3136490" y="4414683"/>
                <a:ext cx="5437239" cy="154366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355DBA74-EA4C-D427-ADBB-73F3220E4EB1}"/>
                  </a:ext>
                </a:extLst>
              </p:cNvPr>
              <p:cNvGrpSpPr/>
              <p:nvPr/>
            </p:nvGrpSpPr>
            <p:grpSpPr>
              <a:xfrm>
                <a:off x="3298720" y="4557257"/>
                <a:ext cx="5029199" cy="1204451"/>
                <a:chOff x="3298720" y="1814050"/>
                <a:chExt cx="5029199" cy="1204451"/>
              </a:xfrm>
            </p:grpSpPr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473CF0DC-F079-B124-0109-661EC80FC4F4}"/>
                    </a:ext>
                  </a:extLst>
                </p:cNvPr>
                <p:cNvSpPr/>
                <p:nvPr/>
              </p:nvSpPr>
              <p:spPr>
                <a:xfrm>
                  <a:off x="3362633" y="2453146"/>
                  <a:ext cx="1130710" cy="550790"/>
                </a:xfrm>
                <a:prstGeom prst="rect">
                  <a:avLst/>
                </a:prstGeom>
                <a:solidFill>
                  <a:srgbClr val="CCCCFF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B5C2B514-C950-897A-7842-7B6355BC0BFB}"/>
                    </a:ext>
                  </a:extLst>
                </p:cNvPr>
                <p:cNvSpPr/>
                <p:nvPr/>
              </p:nvSpPr>
              <p:spPr>
                <a:xfrm>
                  <a:off x="3362633" y="1887791"/>
                  <a:ext cx="1130710" cy="1130710"/>
                </a:xfrm>
                <a:prstGeom prst="rect">
                  <a:avLst/>
                </a:prstGeom>
                <a:noFill/>
                <a:ln w="28575">
                  <a:solidFill>
                    <a:srgbClr val="00009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EAA6EC50-AF92-F67F-53B5-EDEA7632FBF1}"/>
                    </a:ext>
                  </a:extLst>
                </p:cNvPr>
                <p:cNvSpPr/>
                <p:nvPr/>
              </p:nvSpPr>
              <p:spPr>
                <a:xfrm>
                  <a:off x="4640825" y="1887791"/>
                  <a:ext cx="1130710" cy="1130710"/>
                </a:xfrm>
                <a:prstGeom prst="rect">
                  <a:avLst/>
                </a:prstGeom>
                <a:solidFill>
                  <a:schemeClr val="bg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192AEB68-ACFD-0BBD-FB4E-11A3A8A1AFAF}"/>
                    </a:ext>
                  </a:extLst>
                </p:cNvPr>
                <p:cNvSpPr/>
                <p:nvPr/>
              </p:nvSpPr>
              <p:spPr>
                <a:xfrm>
                  <a:off x="5919017" y="1887791"/>
                  <a:ext cx="1130710" cy="1130710"/>
                </a:xfrm>
                <a:prstGeom prst="rect">
                  <a:avLst/>
                </a:prstGeom>
                <a:solidFill>
                  <a:srgbClr val="CCCCFF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B00435E7-B9C4-B448-835E-F0A48FD8DBBB}"/>
                    </a:ext>
                  </a:extLst>
                </p:cNvPr>
                <p:cNvSpPr/>
                <p:nvPr/>
              </p:nvSpPr>
              <p:spPr>
                <a:xfrm>
                  <a:off x="7197209" y="1887791"/>
                  <a:ext cx="1130710" cy="1130710"/>
                </a:xfrm>
                <a:prstGeom prst="rect">
                  <a:avLst/>
                </a:prstGeom>
                <a:solidFill>
                  <a:schemeClr val="bg1"/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0002AD3-37E8-45BE-4212-09C8EA50B61D}"/>
                    </a:ext>
                  </a:extLst>
                </p:cNvPr>
                <p:cNvSpPr/>
                <p:nvPr/>
              </p:nvSpPr>
              <p:spPr>
                <a:xfrm>
                  <a:off x="3298720" y="1814050"/>
                  <a:ext cx="2556387" cy="639096"/>
                </a:xfrm>
                <a:prstGeom prst="rect">
                  <a:avLst/>
                </a:prstGeom>
                <a:noFill/>
                <a:ln w="38100">
                  <a:solidFill>
                    <a:srgbClr val="CCCC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5A387471-30EC-2AD1-AE34-F3CEC88F9664}"/>
                  </a:ext>
                </a:extLst>
              </p:cNvPr>
              <p:cNvGrpSpPr/>
              <p:nvPr/>
            </p:nvGrpSpPr>
            <p:grpSpPr>
              <a:xfrm>
                <a:off x="3696926" y="1666563"/>
                <a:ext cx="4296697" cy="2054944"/>
                <a:chOff x="3696929" y="4060721"/>
                <a:chExt cx="4296697" cy="2054944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71D3A047-68CF-76E5-98F9-25C9914E54B2}"/>
                    </a:ext>
                  </a:extLst>
                </p:cNvPr>
                <p:cNvSpPr/>
                <p:nvPr/>
              </p:nvSpPr>
              <p:spPr>
                <a:xfrm>
                  <a:off x="3696929" y="4060721"/>
                  <a:ext cx="2733368" cy="2054944"/>
                </a:xfrm>
                <a:prstGeom prst="ellipse">
                  <a:avLst/>
                </a:prstGeom>
                <a:solidFill>
                  <a:srgbClr val="990000">
                    <a:alpha val="5098"/>
                  </a:srgbClr>
                </a:solidFill>
                <a:ln>
                  <a:solidFill>
                    <a:srgbClr val="99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2AC3F5E4-EB76-B572-5A73-77E42A54033F}"/>
                    </a:ext>
                  </a:extLst>
                </p:cNvPr>
                <p:cNvSpPr/>
                <p:nvPr/>
              </p:nvSpPr>
              <p:spPr>
                <a:xfrm>
                  <a:off x="5260258" y="4060721"/>
                  <a:ext cx="2733368" cy="2054944"/>
                </a:xfrm>
                <a:prstGeom prst="ellipse">
                  <a:avLst/>
                </a:prstGeom>
                <a:solidFill>
                  <a:srgbClr val="009900">
                    <a:alpha val="5098"/>
                  </a:srgbClr>
                </a:solidFill>
                <a:ln>
                  <a:solidFill>
                    <a:srgbClr val="0099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id="{320455B7-7B06-DE9D-D0A3-BDC551FE7C40}"/>
                    </a:ext>
                  </a:extLst>
                </p:cNvPr>
                <p:cNvGrpSpPr/>
                <p:nvPr/>
              </p:nvGrpSpPr>
              <p:grpSpPr>
                <a:xfrm>
                  <a:off x="4119093" y="4611511"/>
                  <a:ext cx="773312" cy="516010"/>
                  <a:chOff x="957172" y="-1"/>
                  <a:chExt cx="1884353" cy="1257378"/>
                </a:xfrm>
              </p:grpSpPr>
              <p:pic>
                <p:nvPicPr>
                  <p:cNvPr id="13" name="图片 12" descr="形状&#10;&#10;AI 生成的内容可能不正确。">
                    <a:extLst>
                      <a:ext uri="{FF2B5EF4-FFF2-40B4-BE49-F238E27FC236}">
                        <a16:creationId xmlns:a16="http://schemas.microsoft.com/office/drawing/2014/main" id="{4F018841-2348-2CCF-3597-3169B610DE2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r="67310"/>
                  <a:stretch>
                    <a:fillRect/>
                  </a:stretch>
                </p:blipFill>
                <p:spPr>
                  <a:xfrm>
                    <a:off x="957172" y="0"/>
                    <a:ext cx="615989" cy="1257377"/>
                  </a:xfrm>
                  <a:prstGeom prst="rect">
                    <a:avLst/>
                  </a:prstGeom>
                </p:spPr>
              </p:pic>
              <p:pic>
                <p:nvPicPr>
                  <p:cNvPr id="15" name="图片 14" descr="形状&#10;&#10;AI 生成的内容可能不正确。">
                    <a:extLst>
                      <a:ext uri="{FF2B5EF4-FFF2-40B4-BE49-F238E27FC236}">
                        <a16:creationId xmlns:a16="http://schemas.microsoft.com/office/drawing/2014/main" id="{7687CB45-1841-9E26-6BF7-2A5795E0AA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7310"/>
                  <a:stretch>
                    <a:fillRect/>
                  </a:stretch>
                </p:blipFill>
                <p:spPr>
                  <a:xfrm>
                    <a:off x="2225536" y="-1"/>
                    <a:ext cx="615989" cy="1257377"/>
                  </a:xfrm>
                  <a:prstGeom prst="rect">
                    <a:avLst/>
                  </a:prstGeom>
                </p:spPr>
              </p:pic>
              <p:sp>
                <p:nvSpPr>
                  <p:cNvPr id="14" name="矩形 13">
                    <a:extLst>
                      <a:ext uri="{FF2B5EF4-FFF2-40B4-BE49-F238E27FC236}">
                        <a16:creationId xmlns:a16="http://schemas.microsoft.com/office/drawing/2014/main" id="{1DBB7BD2-5B67-BF3B-76FE-7672AD5C14C9}"/>
                      </a:ext>
                    </a:extLst>
                  </p:cNvPr>
                  <p:cNvSpPr/>
                  <p:nvPr/>
                </p:nvSpPr>
                <p:spPr>
                  <a:xfrm>
                    <a:off x="957172" y="0"/>
                    <a:ext cx="1884352" cy="1257377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6F3B38D-BB7F-108D-B13C-D4EA9D3E8FEC}"/>
                    </a:ext>
                  </a:extLst>
                </p:cNvPr>
                <p:cNvSpPr txBox="1"/>
                <p:nvPr/>
              </p:nvSpPr>
              <p:spPr>
                <a:xfrm>
                  <a:off x="6562177" y="4638457"/>
                  <a:ext cx="122091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>
                      <a:latin typeface="思源黑体 CN" panose="020B0500000000000000" pitchFamily="34" charset="-122"/>
                      <a:ea typeface="思源黑体 CN" panose="020B0500000000000000" pitchFamily="34" charset="-122"/>
                    </a:rPr>
                    <a:t>DWICH</a:t>
                  </a:r>
                  <a:endParaRPr lang="zh-CN" altLang="en-US" sz="2400" b="1">
                    <a:latin typeface="思源黑体 CN" panose="020B0500000000000000" pitchFamily="34" charset="-122"/>
                    <a:ea typeface="思源黑体 CN" panose="020B0500000000000000" pitchFamily="34" charset="-122"/>
                  </a:endParaRPr>
                </a:p>
              </p:txBody>
            </p:sp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7459640E-1559-5558-E570-F48D163B6610}"/>
                    </a:ext>
                  </a:extLst>
                </p:cNvPr>
                <p:cNvSpPr txBox="1"/>
                <p:nvPr/>
              </p:nvSpPr>
              <p:spPr>
                <a:xfrm>
                  <a:off x="4208231" y="5297434"/>
                  <a:ext cx="59503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3200" b="1">
                      <a:solidFill>
                        <a:srgbClr val="990033"/>
                      </a:solidFill>
                      <a:latin typeface="思源黑体 CN" panose="020B0500000000000000" pitchFamily="34" charset="-122"/>
                      <a:ea typeface="思源黑体 CN" panose="020B0500000000000000" pitchFamily="34" charset="-122"/>
                    </a:rPr>
                    <a:t>…</a:t>
                  </a:r>
                  <a:endParaRPr lang="zh-CN" altLang="en-US" sz="3200" b="1">
                    <a:solidFill>
                      <a:srgbClr val="990033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AFEAC10-43CA-C56D-30F9-0F5B39562334}"/>
                    </a:ext>
                  </a:extLst>
                </p:cNvPr>
                <p:cNvSpPr txBox="1"/>
                <p:nvPr/>
              </p:nvSpPr>
              <p:spPr>
                <a:xfrm>
                  <a:off x="6899691" y="5297434"/>
                  <a:ext cx="59503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3200" b="1">
                      <a:solidFill>
                        <a:srgbClr val="009900"/>
                      </a:solidFill>
                      <a:latin typeface="思源黑体 CN" panose="020B0500000000000000" pitchFamily="34" charset="-122"/>
                      <a:ea typeface="思源黑体 CN" panose="020B0500000000000000" pitchFamily="34" charset="-122"/>
                    </a:rPr>
                    <a:t>…</a:t>
                  </a:r>
                  <a:endParaRPr lang="zh-CN" altLang="en-US" sz="3200" b="1">
                    <a:solidFill>
                      <a:srgbClr val="009900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endParaRPr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5570C51B-BDC1-D44D-9FB9-356CBB210AA7}"/>
                    </a:ext>
                  </a:extLst>
                </p:cNvPr>
                <p:cNvSpPr/>
                <p:nvPr/>
              </p:nvSpPr>
              <p:spPr>
                <a:xfrm>
                  <a:off x="5665836" y="4920683"/>
                  <a:ext cx="358877" cy="358877"/>
                </a:xfrm>
                <a:prstGeom prst="rect">
                  <a:avLst/>
                </a:prstGeom>
                <a:noFill/>
                <a:ln w="38100">
                  <a:solidFill>
                    <a:srgbClr val="CCCC00"/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A4B7CC0-DBAE-E587-BC52-F6A22A775D84}"/>
                  </a:ext>
                </a:extLst>
              </p:cNvPr>
              <p:cNvSpPr txBox="1"/>
              <p:nvPr/>
            </p:nvSpPr>
            <p:spPr>
              <a:xfrm>
                <a:off x="3056646" y="3991270"/>
                <a:ext cx="2147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>
                    <a:solidFill>
                      <a:schemeClr val="bg1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Answer</a:t>
                </a:r>
                <a:r>
                  <a:rPr lang="zh-CN" altLang="en-US" sz="2000" b="1">
                    <a:solidFill>
                      <a:schemeClr val="bg1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（成语）</a:t>
                </a:r>
              </a:p>
            </p:txBody>
          </p: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3E27AB65-B3FF-0DC7-2F03-C44739DF43ED}"/>
                  </a:ext>
                </a:extLst>
              </p:cNvPr>
              <p:cNvGrpSpPr/>
              <p:nvPr/>
            </p:nvGrpSpPr>
            <p:grpSpPr>
              <a:xfrm>
                <a:off x="7408233" y="4896786"/>
                <a:ext cx="710383" cy="618798"/>
                <a:chOff x="9144000" y="2900150"/>
                <a:chExt cx="1054562" cy="918604"/>
              </a:xfrm>
            </p:grpSpPr>
            <p:sp>
              <p:nvSpPr>
                <p:cNvPr id="31" name="箭头: 五边形 30">
                  <a:extLst>
                    <a:ext uri="{FF2B5EF4-FFF2-40B4-BE49-F238E27FC236}">
                      <a16:creationId xmlns:a16="http://schemas.microsoft.com/office/drawing/2014/main" id="{666C18F0-20D5-5724-108A-70ED6146C014}"/>
                    </a:ext>
                  </a:extLst>
                </p:cNvPr>
                <p:cNvSpPr/>
                <p:nvPr/>
              </p:nvSpPr>
              <p:spPr>
                <a:xfrm rot="16200000">
                  <a:off x="9266902" y="3046921"/>
                  <a:ext cx="800251" cy="743414"/>
                </a:xfrm>
                <a:prstGeom prst="homePlat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77583EF5-9D65-C09F-EB05-A7209444BDC7}"/>
                    </a:ext>
                  </a:extLst>
                </p:cNvPr>
                <p:cNvSpPr/>
                <p:nvPr/>
              </p:nvSpPr>
              <p:spPr>
                <a:xfrm>
                  <a:off x="9580453" y="3502799"/>
                  <a:ext cx="173148" cy="31595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EF273FF0-2D3C-D23B-ACE3-FB2A0A22B8F6}"/>
                    </a:ext>
                  </a:extLst>
                </p:cNvPr>
                <p:cNvCxnSpPr/>
                <p:nvPr/>
              </p:nvCxnSpPr>
              <p:spPr>
                <a:xfrm flipH="1">
                  <a:off x="9144000" y="2900150"/>
                  <a:ext cx="521110" cy="528850"/>
                </a:xfrm>
                <a:prstGeom prst="line">
                  <a:avLst/>
                </a:prstGeom>
                <a:ln w="38100" cap="rnd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BC463960-1D5C-3679-19B7-FB1760C685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77452" y="2900150"/>
                  <a:ext cx="521110" cy="528850"/>
                </a:xfrm>
                <a:prstGeom prst="line">
                  <a:avLst/>
                </a:prstGeom>
                <a:ln w="38100" cap="rnd">
                  <a:solidFill>
                    <a:schemeClr val="bg1">
                      <a:lumMod val="50000"/>
                    </a:schemeClr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A9A84BA-2D33-E425-E94E-3618EE757972}"/>
                  </a:ext>
                </a:extLst>
              </p:cNvPr>
              <p:cNvSpPr txBox="1"/>
              <p:nvPr/>
            </p:nvSpPr>
            <p:spPr>
              <a:xfrm>
                <a:off x="3046814" y="821338"/>
                <a:ext cx="305724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>
                    <a:solidFill>
                      <a:srgbClr val="990000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诡秘</a:t>
                </a:r>
                <a:r>
                  <a:rPr lang="zh-CN" altLang="en-US" sz="28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的</a:t>
                </a:r>
                <a:r>
                  <a:rPr lang="zh-CN" altLang="en-US" sz="2800" b="1">
                    <a:solidFill>
                      <a:srgbClr val="009900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日</a:t>
                </a:r>
                <a:r>
                  <a:rPr lang="zh-CN" altLang="en-US" sz="28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谜　</a:t>
                </a:r>
                <a:r>
                  <a:rPr lang="zh-CN" altLang="en-US" sz="2800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答案</a:t>
                </a: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DF5CECF-62D6-48E2-53EC-024472582008}"/>
                  </a:ext>
                </a:extLst>
              </p:cNvPr>
              <p:cNvSpPr txBox="1"/>
              <p:nvPr/>
            </p:nvSpPr>
            <p:spPr>
              <a:xfrm>
                <a:off x="6563790" y="921955"/>
                <a:ext cx="20508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i="1">
                    <a:solidFill>
                      <a:schemeClr val="bg1">
                        <a:lumMod val="50000"/>
                      </a:schemeClr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@Zeta-Xi-Upsilon</a:t>
                </a:r>
                <a:endParaRPr lang="zh-CN" altLang="en-US" i="1">
                  <a:solidFill>
                    <a:schemeClr val="bg1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F794AA6-EFCD-3445-939B-46DB2966DACA}"/>
                </a:ext>
              </a:extLst>
            </p:cNvPr>
            <p:cNvSpPr txBox="1"/>
            <p:nvPr/>
          </p:nvSpPr>
          <p:spPr>
            <a:xfrm>
              <a:off x="3046814" y="1202335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>
                  <a:solidFill>
                    <a:srgbClr val="000099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诡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8F9FBE1-B583-17A6-0B39-F468DDCD6DEA}"/>
                </a:ext>
              </a:extLst>
            </p:cNvPr>
            <p:cNvSpPr txBox="1"/>
            <p:nvPr/>
          </p:nvSpPr>
          <p:spPr>
            <a:xfrm>
              <a:off x="3142889" y="634855"/>
              <a:ext cx="696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rgbClr val="99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桂   </a:t>
              </a:r>
              <a:r>
                <a:rPr lang="en-US" altLang="zh-CN" sz="1600">
                  <a:solidFill>
                    <a:srgbClr val="99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M</a:t>
              </a:r>
              <a:endParaRPr lang="zh-CN" altLang="en-US" sz="1600">
                <a:solidFill>
                  <a:srgbClr val="99000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FE2EA1D6-C63E-5476-02D9-D79EFDC75ACE}"/>
                </a:ext>
              </a:extLst>
            </p:cNvPr>
            <p:cNvCxnSpPr>
              <a:cxnSpLocks/>
            </p:cNvCxnSpPr>
            <p:nvPr/>
          </p:nvCxnSpPr>
          <p:spPr>
            <a:xfrm>
              <a:off x="3382292" y="1661647"/>
              <a:ext cx="351528" cy="2969351"/>
            </a:xfrm>
            <a:prstGeom prst="line">
              <a:avLst/>
            </a:prstGeom>
            <a:ln w="12700">
              <a:solidFill>
                <a:srgbClr val="00009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37E712E-0C8B-35EC-2539-D378609BE40A}"/>
                </a:ext>
              </a:extLst>
            </p:cNvPr>
            <p:cNvSpPr txBox="1"/>
            <p:nvPr/>
          </p:nvSpPr>
          <p:spPr>
            <a:xfrm>
              <a:off x="3372433" y="4669225"/>
              <a:ext cx="495548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72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奇货可居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4930062C-FBC7-CB5A-2136-6571BE95C788}"/>
                </a:ext>
              </a:extLst>
            </p:cNvPr>
            <p:cNvSpPr txBox="1"/>
            <p:nvPr/>
          </p:nvSpPr>
          <p:spPr>
            <a:xfrm>
              <a:off x="3172062" y="107142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4C004C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+</a:t>
              </a:r>
              <a:endParaRPr lang="zh-CN" altLang="en-US">
                <a:solidFill>
                  <a:srgbClr val="4C004C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5480E74-C378-E5D9-6A69-46ED47E4A759}"/>
                </a:ext>
              </a:extLst>
            </p:cNvPr>
            <p:cNvSpPr txBox="1"/>
            <p:nvPr/>
          </p:nvSpPr>
          <p:spPr>
            <a:xfrm>
              <a:off x="4663500" y="1348002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rgbClr val="9900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河池市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DA5A3EA-1169-2D35-7427-43C610239512}"/>
                </a:ext>
              </a:extLst>
            </p:cNvPr>
            <p:cNvSpPr txBox="1"/>
            <p:nvPr/>
          </p:nvSpPr>
          <p:spPr>
            <a:xfrm>
              <a:off x="6124237" y="1353487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rgbClr val="0099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日本年号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BDE4FFC-DFBB-427C-1AF0-B7FF166ED60F}"/>
                </a:ext>
              </a:extLst>
            </p:cNvPr>
            <p:cNvSpPr txBox="1"/>
            <p:nvPr/>
          </p:nvSpPr>
          <p:spPr>
            <a:xfrm>
              <a:off x="4081286" y="634855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rgbClr val="0099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日本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A1F537A-C28E-E302-1F81-DAA6DF121C31}"/>
                </a:ext>
              </a:extLst>
            </p:cNvPr>
            <p:cNvSpPr txBox="1"/>
            <p:nvPr/>
          </p:nvSpPr>
          <p:spPr>
            <a:xfrm>
              <a:off x="4105635" y="2716814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巴</a:t>
              </a:r>
              <a:r>
                <a:rPr lang="zh-CN" altLang="en-US" sz="1600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拿</a:t>
              </a: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马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AF5AC1FC-47EA-EB8D-1D61-5EB3F804840F}"/>
                </a:ext>
              </a:extLst>
            </p:cNvPr>
            <p:cNvSpPr txBox="1"/>
            <p:nvPr/>
          </p:nvSpPr>
          <p:spPr>
            <a:xfrm>
              <a:off x="6783531" y="2594971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三</a:t>
              </a: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明治</a:t>
              </a: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495D6947-7540-1BD9-7533-6B70432106BC}"/>
                </a:ext>
              </a:extLst>
            </p:cNvPr>
            <p:cNvSpPr txBox="1"/>
            <p:nvPr/>
          </p:nvSpPr>
          <p:spPr>
            <a:xfrm>
              <a:off x="5541435" y="2883448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大化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3018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41</Words>
  <Application>Microsoft Office PowerPoint</Application>
  <PresentationFormat>宽屏</PresentationFormat>
  <Paragraphs>22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思源黑体 CN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Xinyi</dc:creator>
  <cp:lastModifiedBy>Zheng, Xinyi</cp:lastModifiedBy>
  <cp:revision>2</cp:revision>
  <dcterms:created xsi:type="dcterms:W3CDTF">2025-09-16T21:56:43Z</dcterms:created>
  <dcterms:modified xsi:type="dcterms:W3CDTF">2026-01-31T03:49:43Z</dcterms:modified>
</cp:coreProperties>
</file>