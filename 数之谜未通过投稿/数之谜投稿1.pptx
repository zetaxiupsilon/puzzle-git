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1681F6"/>
    <a:srgbClr val="1A4DF2"/>
    <a:srgbClr val="0AA7D8"/>
    <a:srgbClr val="3F0DCD"/>
    <a:srgbClr val="00C800"/>
    <a:srgbClr val="12C3E0"/>
    <a:srgbClr val="00CC99"/>
    <a:srgbClr val="0060C0"/>
    <a:srgbClr val="000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B462-509F-4DD7-A2C5-6E39183C2A7F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3717-DBA7-4F4F-8E39-B95BA0631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966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B462-509F-4DD7-A2C5-6E39183C2A7F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3717-DBA7-4F4F-8E39-B95BA0631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174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B462-509F-4DD7-A2C5-6E39183C2A7F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3717-DBA7-4F4F-8E39-B95BA0631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90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B462-509F-4DD7-A2C5-6E39183C2A7F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3717-DBA7-4F4F-8E39-B95BA0631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270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B462-509F-4DD7-A2C5-6E39183C2A7F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3717-DBA7-4F4F-8E39-B95BA0631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401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B462-509F-4DD7-A2C5-6E39183C2A7F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3717-DBA7-4F4F-8E39-B95BA0631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099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B462-509F-4DD7-A2C5-6E39183C2A7F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3717-DBA7-4F4F-8E39-B95BA0631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066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B462-509F-4DD7-A2C5-6E39183C2A7F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3717-DBA7-4F4F-8E39-B95BA0631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500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B462-509F-4DD7-A2C5-6E39183C2A7F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3717-DBA7-4F4F-8E39-B95BA0631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897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B462-509F-4DD7-A2C5-6E39183C2A7F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3717-DBA7-4F4F-8E39-B95BA0631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1638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B462-509F-4DD7-A2C5-6E39183C2A7F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3717-DBA7-4F4F-8E39-B95BA0631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141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0B462-509F-4DD7-A2C5-6E39183C2A7F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D23717-DBA7-4F4F-8E39-B95BA0631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159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>
            <a:extLst>
              <a:ext uri="{FF2B5EF4-FFF2-40B4-BE49-F238E27FC236}">
                <a16:creationId xmlns:a16="http://schemas.microsoft.com/office/drawing/2014/main" id="{41F5B470-BF5D-79B4-724B-D2475FB62791}"/>
              </a:ext>
            </a:extLst>
          </p:cNvPr>
          <p:cNvGrpSpPr/>
          <p:nvPr/>
        </p:nvGrpSpPr>
        <p:grpSpPr>
          <a:xfrm>
            <a:off x="3396000" y="729000"/>
            <a:ext cx="5400000" cy="5400000"/>
            <a:chOff x="3396000" y="729000"/>
            <a:chExt cx="5400000" cy="5400000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96575E63-3A5B-3081-D567-23C46C3AC515}"/>
                </a:ext>
              </a:extLst>
            </p:cNvPr>
            <p:cNvSpPr/>
            <p:nvPr/>
          </p:nvSpPr>
          <p:spPr>
            <a:xfrm>
              <a:off x="3396000" y="729000"/>
              <a:ext cx="540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1F22A93D-EA65-5A3B-C211-E15921C66A14}"/>
                </a:ext>
              </a:extLst>
            </p:cNvPr>
            <p:cNvGrpSpPr/>
            <p:nvPr/>
          </p:nvGrpSpPr>
          <p:grpSpPr>
            <a:xfrm>
              <a:off x="3694451" y="1901369"/>
              <a:ext cx="4803098" cy="3055262"/>
              <a:chOff x="3598607" y="1621524"/>
              <a:chExt cx="4803098" cy="3055262"/>
            </a:xfrm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5042C9BE-69BE-4F37-23A4-9A4A71C8EE55}"/>
                  </a:ext>
                </a:extLst>
              </p:cNvPr>
              <p:cNvGrpSpPr/>
              <p:nvPr/>
            </p:nvGrpSpPr>
            <p:grpSpPr>
              <a:xfrm>
                <a:off x="3598607" y="2722883"/>
                <a:ext cx="4803098" cy="860162"/>
                <a:chOff x="3598607" y="2939845"/>
                <a:chExt cx="4803098" cy="792000"/>
              </a:xfrm>
            </p:grpSpPr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1CEC9788-45FD-E90E-EF2F-48DE38B2D3FD}"/>
                    </a:ext>
                  </a:extLst>
                </p:cNvPr>
                <p:cNvSpPr/>
                <p:nvPr/>
              </p:nvSpPr>
              <p:spPr>
                <a:xfrm>
                  <a:off x="3598607" y="2939845"/>
                  <a:ext cx="504000" cy="792000"/>
                </a:xfrm>
                <a:prstGeom prst="rect">
                  <a:avLst/>
                </a:prstGeom>
                <a:noFill/>
                <a:ln w="50800" cap="rnd">
                  <a:solidFill>
                    <a:srgbClr val="1681F6"/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0033CC"/>
                    </a:solidFill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72D98AFE-6907-A34E-E081-4F1F31272827}"/>
                    </a:ext>
                  </a:extLst>
                </p:cNvPr>
                <p:cNvSpPr/>
                <p:nvPr/>
              </p:nvSpPr>
              <p:spPr>
                <a:xfrm>
                  <a:off x="4212764" y="2939845"/>
                  <a:ext cx="504000" cy="792000"/>
                </a:xfrm>
                <a:prstGeom prst="rect">
                  <a:avLst/>
                </a:prstGeom>
                <a:noFill/>
                <a:ln w="50800" cap="rnd">
                  <a:solidFill>
                    <a:srgbClr val="1681F6"/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0033CC"/>
                    </a:solidFill>
                  </a:endParaRPr>
                </a:p>
              </p:txBody>
            </p:sp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D60CF739-680F-B322-C749-265BEB6375F1}"/>
                    </a:ext>
                  </a:extLst>
                </p:cNvPr>
                <p:cNvSpPr/>
                <p:nvPr/>
              </p:nvSpPr>
              <p:spPr>
                <a:xfrm>
                  <a:off x="4826921" y="2939845"/>
                  <a:ext cx="504000" cy="792000"/>
                </a:xfrm>
                <a:prstGeom prst="rect">
                  <a:avLst/>
                </a:prstGeom>
                <a:noFill/>
                <a:ln w="25400" cap="rnd">
                  <a:solidFill>
                    <a:srgbClr val="1681F6"/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0033CC"/>
                    </a:solidFill>
                  </a:endParaRPr>
                </a:p>
              </p:txBody>
            </p:sp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13CA35FE-DFC6-0172-1AF3-DDD3B00846DF}"/>
                    </a:ext>
                  </a:extLst>
                </p:cNvPr>
                <p:cNvSpPr/>
                <p:nvPr/>
              </p:nvSpPr>
              <p:spPr>
                <a:xfrm>
                  <a:off x="5441078" y="2939845"/>
                  <a:ext cx="504000" cy="792000"/>
                </a:xfrm>
                <a:prstGeom prst="rect">
                  <a:avLst/>
                </a:prstGeom>
                <a:noFill/>
                <a:ln w="25400" cap="rnd">
                  <a:solidFill>
                    <a:srgbClr val="1681F6"/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0033CC"/>
                    </a:solidFill>
                  </a:endParaRPr>
                </a:p>
              </p:txBody>
            </p:sp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44DE5E11-1C6F-2B7B-FF3E-FCCDA1325164}"/>
                    </a:ext>
                  </a:extLst>
                </p:cNvPr>
                <p:cNvSpPr/>
                <p:nvPr/>
              </p:nvSpPr>
              <p:spPr>
                <a:xfrm>
                  <a:off x="6055235" y="2939845"/>
                  <a:ext cx="504000" cy="792000"/>
                </a:xfrm>
                <a:prstGeom prst="rect">
                  <a:avLst/>
                </a:prstGeom>
                <a:noFill/>
                <a:ln w="25400" cap="rnd">
                  <a:solidFill>
                    <a:srgbClr val="1681F6"/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0033CC"/>
                    </a:solidFill>
                  </a:endParaRPr>
                </a:p>
              </p:txBody>
            </p:sp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AE90EDFE-6708-8182-8B55-7530913E0527}"/>
                    </a:ext>
                  </a:extLst>
                </p:cNvPr>
                <p:cNvSpPr/>
                <p:nvPr/>
              </p:nvSpPr>
              <p:spPr>
                <a:xfrm>
                  <a:off x="6669392" y="2939845"/>
                  <a:ext cx="504000" cy="792000"/>
                </a:xfrm>
                <a:prstGeom prst="rect">
                  <a:avLst/>
                </a:prstGeom>
                <a:noFill/>
                <a:ln w="25400" cap="rnd">
                  <a:solidFill>
                    <a:srgbClr val="1681F6"/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0033CC"/>
                    </a:solidFill>
                  </a:endParaRPr>
                </a:p>
              </p:txBody>
            </p:sp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37FBC7CC-F2A3-16C9-5CEC-8E7C8190580F}"/>
                    </a:ext>
                  </a:extLst>
                </p:cNvPr>
                <p:cNvSpPr/>
                <p:nvPr/>
              </p:nvSpPr>
              <p:spPr>
                <a:xfrm>
                  <a:off x="7283549" y="2939845"/>
                  <a:ext cx="504000" cy="792000"/>
                </a:xfrm>
                <a:prstGeom prst="rect">
                  <a:avLst/>
                </a:prstGeom>
                <a:noFill/>
                <a:ln w="50800" cap="rnd">
                  <a:solidFill>
                    <a:srgbClr val="1681F6"/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0033CC"/>
                    </a:solidFill>
                  </a:endParaRPr>
                </a:p>
              </p:txBody>
            </p:sp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14211826-5F83-F766-111D-D2B3F7141F19}"/>
                    </a:ext>
                  </a:extLst>
                </p:cNvPr>
                <p:cNvSpPr/>
                <p:nvPr/>
              </p:nvSpPr>
              <p:spPr>
                <a:xfrm>
                  <a:off x="7897705" y="2939845"/>
                  <a:ext cx="504000" cy="792000"/>
                </a:xfrm>
                <a:prstGeom prst="rect">
                  <a:avLst/>
                </a:prstGeom>
                <a:noFill/>
                <a:ln w="50800" cap="rnd">
                  <a:solidFill>
                    <a:srgbClr val="1681F6"/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0033CC"/>
                    </a:solidFill>
                  </a:endParaRPr>
                </a:p>
              </p:txBody>
            </p:sp>
          </p:grp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5415ACC7-F1CE-F58B-D579-AE340D55DD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8607" y="3836225"/>
                <a:ext cx="2346471" cy="0"/>
              </a:xfrm>
              <a:prstGeom prst="line">
                <a:avLst/>
              </a:prstGeom>
              <a:ln w="31750" cap="rnd">
                <a:solidFill>
                  <a:srgbClr val="00CC99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03917AA0-CBEA-A600-92B2-E62182E835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55235" y="3836225"/>
                <a:ext cx="2346470" cy="0"/>
              </a:xfrm>
              <a:prstGeom prst="line">
                <a:avLst/>
              </a:prstGeom>
              <a:ln w="31750" cap="rnd">
                <a:solidFill>
                  <a:srgbClr val="0AA7D8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EDEDCE65-3AFE-A159-7426-AFF30DF0D7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6921" y="2446845"/>
                <a:ext cx="2346470" cy="0"/>
              </a:xfrm>
              <a:prstGeom prst="line">
                <a:avLst/>
              </a:prstGeom>
              <a:ln w="31750" cap="rnd">
                <a:solidFill>
                  <a:srgbClr val="00C8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B608E3DD-D33D-C669-3F2C-ED25F5C371FC}"/>
                  </a:ext>
                </a:extLst>
              </p:cNvPr>
              <p:cNvSpPr txBox="1"/>
              <p:nvPr/>
            </p:nvSpPr>
            <p:spPr>
              <a:xfrm>
                <a:off x="4006483" y="3907345"/>
                <a:ext cx="153071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4400">
                    <a:solidFill>
                      <a:srgbClr val="00CC99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</a:rPr>
                  <a:t>数学</a:t>
                </a: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C0E0698-2343-091A-DB9E-D38D90E203CA}"/>
                  </a:ext>
                </a:extLst>
              </p:cNvPr>
              <p:cNvSpPr txBox="1"/>
              <p:nvPr/>
            </p:nvSpPr>
            <p:spPr>
              <a:xfrm>
                <a:off x="6408032" y="3907345"/>
                <a:ext cx="153071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4400">
                    <a:solidFill>
                      <a:srgbClr val="12C3E0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</a:rPr>
                  <a:t>定则</a:t>
                </a: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D6F8C9B-ECC8-7177-41B0-80640584D828}"/>
                  </a:ext>
                </a:extLst>
              </p:cNvPr>
              <p:cNvSpPr txBox="1"/>
              <p:nvPr/>
            </p:nvSpPr>
            <p:spPr>
              <a:xfrm>
                <a:off x="5234797" y="1629144"/>
                <a:ext cx="153071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4400">
                    <a:solidFill>
                      <a:srgbClr val="00C800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</a:rPr>
                  <a:t>通过</a:t>
                </a:r>
              </a:p>
            </p:txBody>
          </p: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718400D9-C043-511A-27A2-29B0665671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8607" y="2446845"/>
                <a:ext cx="1118157" cy="0"/>
              </a:xfrm>
              <a:prstGeom prst="line">
                <a:avLst/>
              </a:prstGeom>
              <a:ln w="31750" cap="rnd">
                <a:solidFill>
                  <a:srgbClr val="0033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4D27292C-E1E5-7272-EAAE-9C4F21E555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83549" y="2446845"/>
                <a:ext cx="1118156" cy="0"/>
              </a:xfrm>
              <a:prstGeom prst="line">
                <a:avLst/>
              </a:prstGeom>
              <a:ln w="31750" cap="rnd">
                <a:solidFill>
                  <a:srgbClr val="0033CC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4D82FBCF-7901-7F85-2CC4-9ED07B770140}"/>
                  </a:ext>
                </a:extLst>
              </p:cNvPr>
              <p:cNvSpPr txBox="1"/>
              <p:nvPr/>
            </p:nvSpPr>
            <p:spPr>
              <a:xfrm>
                <a:off x="3804156" y="1621524"/>
                <a:ext cx="439200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4400">
                    <a:solidFill>
                      <a:srgbClr val="0033CC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</a:rPr>
                  <a:t>答案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64309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1750" cap="rnd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71</TotalTime>
  <Words>4</Words>
  <Application>Microsoft Office PowerPoint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思源黑体 CN Medium</vt:lpstr>
      <vt:lpstr>Arial</vt:lpstr>
      <vt:lpstr>Calibri</vt:lpstr>
      <vt:lpstr>Calibri Light</vt:lpstr>
      <vt:lpstr>Office 2013 - 2022 主题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Zeta-Xi-Upsilon</dc:creator>
  <cp:lastModifiedBy>Xinyi Zheng</cp:lastModifiedBy>
  <cp:revision>3</cp:revision>
  <dcterms:created xsi:type="dcterms:W3CDTF">2026-02-05T11:25:43Z</dcterms:created>
  <dcterms:modified xsi:type="dcterms:W3CDTF">2026-02-05T12:41:32Z</dcterms:modified>
</cp:coreProperties>
</file>