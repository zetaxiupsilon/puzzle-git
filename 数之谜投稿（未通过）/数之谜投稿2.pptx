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9F64"/>
    <a:srgbClr val="03BD76"/>
    <a:srgbClr val="00CC99"/>
    <a:srgbClr val="0033CC"/>
    <a:srgbClr val="1681F6"/>
    <a:srgbClr val="1A4DF2"/>
    <a:srgbClr val="0AA7D8"/>
    <a:srgbClr val="3F0DCD"/>
    <a:srgbClr val="00C800"/>
    <a:srgbClr val="12C3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96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17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0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270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401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09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66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0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89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638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41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0B462-509F-4DD7-A2C5-6E39183C2A7F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23717-DBA7-4F4F-8E39-B95BA06313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159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96575E63-3A5B-3081-D567-23C46C3AC515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C2D3B44-11ED-2B58-A6D7-9618CF226323}"/>
              </a:ext>
            </a:extLst>
          </p:cNvPr>
          <p:cNvGrpSpPr/>
          <p:nvPr/>
        </p:nvGrpSpPr>
        <p:grpSpPr>
          <a:xfrm>
            <a:off x="3811045" y="1378084"/>
            <a:ext cx="1758512" cy="3983848"/>
            <a:chOff x="9002477" y="1453222"/>
            <a:chExt cx="1758512" cy="3983848"/>
          </a:xfrm>
        </p:grpSpPr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4D82FBCF-7901-7F85-2CC4-9ED07B770140}"/>
                </a:ext>
              </a:extLst>
            </p:cNvPr>
            <p:cNvSpPr txBox="1"/>
            <p:nvPr/>
          </p:nvSpPr>
          <p:spPr>
            <a:xfrm>
              <a:off x="9002477" y="1453222"/>
              <a:ext cx="1758512" cy="39838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1000">
                  <a:solidFill>
                    <a:srgbClr val="0033CC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案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11000">
                  <a:solidFill>
                    <a:srgbClr val="0033CC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答</a:t>
              </a:r>
              <a:endParaRPr lang="en-US" altLang="zh-CN" sz="11000">
                <a:solidFill>
                  <a:srgbClr val="0033CC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59F1ED8-80D2-83B2-8912-B6AE28D65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577" t="9360" r="21577" b="72531"/>
            <a:stretch>
              <a:fillRect/>
            </a:stretch>
          </p:blipFill>
          <p:spPr>
            <a:xfrm>
              <a:off x="9002477" y="2981630"/>
              <a:ext cx="1750140" cy="835742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F2F72F67-63A6-DD9A-2EAF-514278F31518}"/>
              </a:ext>
            </a:extLst>
          </p:cNvPr>
          <p:cNvSpPr txBox="1"/>
          <p:nvPr/>
        </p:nvSpPr>
        <p:spPr>
          <a:xfrm>
            <a:off x="6622445" y="1690063"/>
            <a:ext cx="175851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1000">
                <a:solidFill>
                  <a:srgbClr val="039F6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引理</a:t>
            </a:r>
            <a:endParaRPr lang="en-US" altLang="zh-CN" sz="11000">
              <a:solidFill>
                <a:srgbClr val="039F64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4B99BD1-4DCF-0702-8EFD-0DA675512D80}"/>
              </a:ext>
            </a:extLst>
          </p:cNvPr>
          <p:cNvGrpSpPr/>
          <p:nvPr/>
        </p:nvGrpSpPr>
        <p:grpSpPr>
          <a:xfrm>
            <a:off x="5737124" y="3290119"/>
            <a:ext cx="717754" cy="277761"/>
            <a:chOff x="10122310" y="3165987"/>
            <a:chExt cx="717754" cy="277761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2830DF1-9927-62EA-BC22-3A1BC74AD8F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2310" y="3165987"/>
              <a:ext cx="717754" cy="0"/>
            </a:xfrm>
            <a:prstGeom prst="line">
              <a:avLst/>
            </a:prstGeom>
            <a:ln w="793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68C863D-1437-F842-7696-A6E2FCC65B0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2310" y="3443748"/>
              <a:ext cx="717754" cy="0"/>
            </a:xfrm>
            <a:prstGeom prst="line">
              <a:avLst/>
            </a:prstGeom>
            <a:ln w="79375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430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0" cap="rnd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316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思源黑体 CN Medium</vt:lpstr>
      <vt:lpstr>Arial</vt:lpstr>
      <vt:lpstr>Calibri</vt:lpstr>
      <vt:lpstr>Calibri Light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Zeta-Xi-Upsilon</dc:creator>
  <cp:lastModifiedBy>XY Zheng</cp:lastModifiedBy>
  <cp:revision>5</cp:revision>
  <dcterms:created xsi:type="dcterms:W3CDTF">2026-02-05T11:25:43Z</dcterms:created>
  <dcterms:modified xsi:type="dcterms:W3CDTF">2026-02-05T16:58:16Z</dcterms:modified>
</cp:coreProperties>
</file>