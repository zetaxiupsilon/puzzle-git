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20B25-4C51-430B-B7C3-3FB275A5DFBB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E0994-556B-451E-BFB4-06B7C3D500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04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7E0994-556B-451E-BFB4-06B7C3D500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65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55804-85F8-B267-ADB7-919FFC286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E2A043-8079-F623-6DB4-37B0A2131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33C9E3-77E4-F717-37E5-013C0FF1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ACB02C-5F19-94EB-039D-C1AA006A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E44FE-A493-B9AF-C866-F0AEC04B4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57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FC4FF-16CA-463F-C999-FA472453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9234B8-B419-A97A-1061-07E839FC1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A29DFF-C8A5-9C54-1C65-B92DA06C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74D4B6-977C-6491-96D1-84BEB76B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B537D3-5EEA-3968-AE5F-AD7C779C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24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9F604-1B04-4CE1-0AE5-CEAEB4EA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05D43B-AB2E-1D33-FB0A-7E7B11147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2B7FE-924D-966C-FA38-16E805F8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2135E3-8DE3-3D0E-2776-87FB422E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7103D1-4213-2FCD-6E94-89DF89D7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214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F1D81-CA19-BF29-1797-9FDADD7C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631EE-4520-F99A-7F78-9E6100BB5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07FD8D-6333-8DB8-7B53-8640A4E14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C72C6-E35F-A60A-2707-B613B15E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DCE14-1812-136C-FBC6-37C42BD5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A75266-EAF3-DD94-EAEE-0EFB3687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99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FFAD6-C74D-D23E-0B0D-CC88EA85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545F5D-DF7E-6F55-5403-3C3B27A2D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00EC25-2D2D-E5A2-5013-56DFEC1E1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33822A-E54C-6908-D711-CEA08032A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AA9588-51FD-016A-055B-E672816C4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36F7D7-66F1-867F-21A0-659628D6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70E93E-12CD-B68F-9AC0-85571300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B5FB08-8594-CE84-6CD3-E9E4BEEA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34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E4D79-7C7C-9F6A-3609-27B640C7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0124B8-156B-D305-07E9-20DF54ED6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F79D98-D8CD-C4EF-E032-550B5F06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5C97B5-39F6-AC63-EDF4-A0D8BB06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6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55BB73-7D14-1E0C-F87F-CDF8B423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7E0306-463A-6CCB-81C6-09D1CB0D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D9220D-B2CE-A66B-56D2-CAD19C43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52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B342E-B09A-F99A-F418-89148B8F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800AF-33C0-BC82-A10C-D168DE2A5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078656-6702-08CE-E921-CBC4641F9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834E9F-2CEF-8723-86BD-4E7130E3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79498B-BB9C-C584-1E4C-603880DA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45D82A-6171-4D9D-38A8-3F5A6D4E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0D3C5-2C65-E424-58AB-F697B1E2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D05EE0-3EB6-997E-3284-EE9B6F082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36330E-EFCF-284D-CF22-A5CF5F8A5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4D8005-6568-8693-3EC1-3783EB57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ABE88E-68A4-DD2E-B3A3-EE187C2B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FA3F94-2F02-9FBD-9075-4D30C0E3B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01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C248D-CF74-B6D2-E2E7-980F5309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9AFBD-6C8C-03E0-EA82-A153C5C03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018AA-7B33-1E15-BD40-F40F06FD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060315-0235-013A-93A9-B5ECBBEE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E1BC8-7154-90A3-9FAF-3082B211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65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B52569-4170-A9FE-6FE8-C39FC054B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8CA519-6285-E0D6-0351-BC916EA53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EDF36A-A8EF-8109-B27E-804E8B31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36E30B-8F6E-CDB9-661D-679A180B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68890C-3394-5132-C288-A84C8DC2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051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24A322-372B-AE4F-DDF6-3DD5E8A9E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70F9D6-2DEB-6FE5-3B19-039CBD506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5FE86-4D60-9B0C-B209-6D2E341A8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AF2D6-294E-4AB2-A7E7-5452A939F69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4F976-DC93-5B8B-4511-0C748B71F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4B4E7-144C-63DF-8FE3-2B35E0605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D7533-5352-4F2B-9EC3-3310CB1A3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03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EDD35D14-F7B6-0FFC-CC35-F61F60D4A607}"/>
              </a:ext>
            </a:extLst>
          </p:cNvPr>
          <p:cNvGrpSpPr/>
          <p:nvPr/>
        </p:nvGrpSpPr>
        <p:grpSpPr>
          <a:xfrm>
            <a:off x="365760" y="0"/>
            <a:ext cx="7559040" cy="6858000"/>
            <a:chOff x="365760" y="0"/>
            <a:chExt cx="7559040" cy="6858000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20C2083-B7B5-A6B0-37E8-710BD42ABD26}"/>
                </a:ext>
              </a:extLst>
            </p:cNvPr>
            <p:cNvSpPr/>
            <p:nvPr/>
          </p:nvSpPr>
          <p:spPr>
            <a:xfrm>
              <a:off x="365760" y="0"/>
              <a:ext cx="755904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E943F0C-8B6C-22A9-015D-8176719091B6}"/>
                </a:ext>
              </a:extLst>
            </p:cNvPr>
            <p:cNvGrpSpPr/>
            <p:nvPr/>
          </p:nvGrpSpPr>
          <p:grpSpPr>
            <a:xfrm>
              <a:off x="751513" y="620675"/>
              <a:ext cx="3925804" cy="993058"/>
              <a:chOff x="2064775" y="571514"/>
              <a:chExt cx="3925804" cy="993058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B90F421-D278-A80E-6591-C67A8B96648D}"/>
                  </a:ext>
                </a:extLst>
              </p:cNvPr>
              <p:cNvSpPr/>
              <p:nvPr/>
            </p:nvSpPr>
            <p:spPr>
              <a:xfrm>
                <a:off x="2064775" y="571514"/>
                <a:ext cx="666248" cy="9930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DDD821A-4D9E-F8D9-C1B4-A16D820DAEB9}"/>
                  </a:ext>
                </a:extLst>
              </p:cNvPr>
              <p:cNvSpPr/>
              <p:nvPr/>
            </p:nvSpPr>
            <p:spPr>
              <a:xfrm>
                <a:off x="2731023" y="848061"/>
                <a:ext cx="480711" cy="71651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C5CE271-C5DD-903F-182D-1E0CA6BBB913}"/>
                  </a:ext>
                </a:extLst>
              </p:cNvPr>
              <p:cNvSpPr/>
              <p:nvPr/>
            </p:nvSpPr>
            <p:spPr>
              <a:xfrm>
                <a:off x="4843621" y="571514"/>
                <a:ext cx="666248" cy="9930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E3A7AD3-7ACF-51DA-64DC-045FAF47B5D8}"/>
                  </a:ext>
                </a:extLst>
              </p:cNvPr>
              <p:cNvSpPr/>
              <p:nvPr/>
            </p:nvSpPr>
            <p:spPr>
              <a:xfrm>
                <a:off x="5509868" y="848061"/>
                <a:ext cx="480711" cy="71651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0397DF01-52B4-769B-9B5C-1B1BD85100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461" y="1206316"/>
                <a:ext cx="1100574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9DF75A7-BD74-869D-9A1F-9C1B54C82428}"/>
                  </a:ext>
                </a:extLst>
              </p:cNvPr>
              <p:cNvSpPr txBox="1"/>
              <p:nvPr/>
            </p:nvSpPr>
            <p:spPr>
              <a:xfrm>
                <a:off x="3777984" y="586451"/>
                <a:ext cx="4993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+1</a:t>
                </a:r>
                <a:endParaRPr lang="zh-CN" altLang="en-US" sz="2800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FB70249-637C-61A9-0AD6-5E4D80959A7A}"/>
                </a:ext>
              </a:extLst>
            </p:cNvPr>
            <p:cNvGrpSpPr/>
            <p:nvPr/>
          </p:nvGrpSpPr>
          <p:grpSpPr>
            <a:xfrm>
              <a:off x="751513" y="2794818"/>
              <a:ext cx="4031225" cy="993058"/>
              <a:chOff x="2064775" y="2745657"/>
              <a:chExt cx="4031225" cy="993058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5ECCBB5-A0EA-4BCB-2483-69DD3590646D}"/>
                  </a:ext>
                </a:extLst>
              </p:cNvPr>
              <p:cNvSpPr/>
              <p:nvPr/>
            </p:nvSpPr>
            <p:spPr>
              <a:xfrm>
                <a:off x="2731023" y="3022204"/>
                <a:ext cx="1442133" cy="71651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D3F207D-9F4A-2918-1980-9BEA28A8A2D1}"/>
                  </a:ext>
                </a:extLst>
              </p:cNvPr>
              <p:cNvSpPr/>
              <p:nvPr/>
            </p:nvSpPr>
            <p:spPr>
              <a:xfrm>
                <a:off x="4653867" y="3022203"/>
                <a:ext cx="1442133" cy="71651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3DA2DA3-9B7A-3A55-9D27-6C51A6C1A16B}"/>
                  </a:ext>
                </a:extLst>
              </p:cNvPr>
              <p:cNvSpPr/>
              <p:nvPr/>
            </p:nvSpPr>
            <p:spPr>
              <a:xfrm>
                <a:off x="2064775" y="2745657"/>
                <a:ext cx="666248" cy="9930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6D0EA76-D736-A4BF-FCA3-CA2C995355FC}"/>
                  </a:ext>
                </a:extLst>
              </p:cNvPr>
              <p:cNvSpPr/>
              <p:nvPr/>
            </p:nvSpPr>
            <p:spPr>
              <a:xfrm>
                <a:off x="4173156" y="3022203"/>
                <a:ext cx="480711" cy="71651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E245C1A-F2A9-53A3-E448-561CC3C50DFC}"/>
                </a:ext>
              </a:extLst>
            </p:cNvPr>
            <p:cNvGrpSpPr/>
            <p:nvPr/>
          </p:nvGrpSpPr>
          <p:grpSpPr>
            <a:xfrm>
              <a:off x="751513" y="4968961"/>
              <a:ext cx="4031225" cy="993058"/>
              <a:chOff x="2064775" y="4528968"/>
              <a:chExt cx="4031225" cy="993058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4C03CB1-359A-84BF-CDF0-706F27063A0D}"/>
                  </a:ext>
                </a:extLst>
              </p:cNvPr>
              <p:cNvSpPr/>
              <p:nvPr/>
            </p:nvSpPr>
            <p:spPr>
              <a:xfrm>
                <a:off x="2731023" y="4805515"/>
                <a:ext cx="1442133" cy="71651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E1884A0-85C3-8827-8A5D-15352DFBAA8A}"/>
                  </a:ext>
                </a:extLst>
              </p:cNvPr>
              <p:cNvSpPr/>
              <p:nvPr/>
            </p:nvSpPr>
            <p:spPr>
              <a:xfrm>
                <a:off x="4653867" y="4805514"/>
                <a:ext cx="1442133" cy="71651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42E2DB6-A7D0-A97B-700A-A8FAB2E4CA3F}"/>
                  </a:ext>
                </a:extLst>
              </p:cNvPr>
              <p:cNvSpPr/>
              <p:nvPr/>
            </p:nvSpPr>
            <p:spPr>
              <a:xfrm>
                <a:off x="2064775" y="4528968"/>
                <a:ext cx="666248" cy="9930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D6C1B93-71E1-DD91-92CC-19DFA09D1AE2}"/>
                  </a:ext>
                </a:extLst>
              </p:cNvPr>
              <p:cNvSpPr/>
              <p:nvPr/>
            </p:nvSpPr>
            <p:spPr>
              <a:xfrm>
                <a:off x="4173156" y="4805514"/>
                <a:ext cx="480711" cy="71651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1CA4B34-84FE-F467-4173-33B8C38FF5FC}"/>
                </a:ext>
              </a:extLst>
            </p:cNvPr>
            <p:cNvSpPr txBox="1"/>
            <p:nvPr/>
          </p:nvSpPr>
          <p:spPr>
            <a:xfrm>
              <a:off x="4892903" y="3044279"/>
              <a:ext cx="49725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=</a:t>
              </a:r>
              <a:endParaRPr lang="zh-CN" altLang="en-US" sz="44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A92D8FD-5DE8-E120-04A9-F49800D6B5CA}"/>
                </a:ext>
              </a:extLst>
            </p:cNvPr>
            <p:cNvSpPr txBox="1"/>
            <p:nvPr/>
          </p:nvSpPr>
          <p:spPr>
            <a:xfrm>
              <a:off x="4892903" y="5219041"/>
              <a:ext cx="276550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= </a:t>
              </a:r>
              <a:r>
                <a:rPr lang="en-US" altLang="zh-CN" sz="4400">
                  <a:solidFill>
                    <a:srgbClr val="FF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????????</a:t>
              </a:r>
              <a:endParaRPr lang="zh-CN" altLang="en-US" sz="4400">
                <a:solidFill>
                  <a:srgbClr val="FF00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669FD704-F23C-F139-B390-700870B92E75}"/>
                </a:ext>
              </a:extLst>
            </p:cNvPr>
            <p:cNvGrpSpPr/>
            <p:nvPr/>
          </p:nvGrpSpPr>
          <p:grpSpPr>
            <a:xfrm>
              <a:off x="6514920" y="2653939"/>
              <a:ext cx="1046292" cy="1329058"/>
              <a:chOff x="5976440" y="2653939"/>
              <a:chExt cx="1046292" cy="1329058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85798A9-9553-5DA9-38EF-E5FA1EAA09CF}"/>
                  </a:ext>
                </a:extLst>
              </p:cNvPr>
              <p:cNvSpPr txBox="1"/>
              <p:nvPr/>
            </p:nvSpPr>
            <p:spPr>
              <a:xfrm>
                <a:off x="5991681" y="2875001"/>
                <a:ext cx="103105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6600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失</a:t>
                </a:r>
                <a:endParaRPr lang="zh-CN" altLang="en-US">
                  <a:latin typeface="遍黑体P1" panose="02010500060101010101" pitchFamily="2" charset="-128"/>
                  <a:ea typeface="遍黑体P1" panose="02010500060101010101" pitchFamily="2" charset="-128"/>
                </a:endParaRPr>
              </a:p>
            </p:txBody>
          </p:sp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78A2EACA-2062-137C-C443-C84705B976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 l="21691" t="1" r="22859" b="54815"/>
              <a:stretch>
                <a:fillRect/>
              </a:stretch>
            </p:blipFill>
            <p:spPr>
              <a:xfrm>
                <a:off x="5976440" y="2653939"/>
                <a:ext cx="1031051" cy="804369"/>
              </a:xfrm>
              <a:prstGeom prst="rect">
                <a:avLst/>
              </a:prstGeom>
            </p:spPr>
          </p:pic>
        </p:grpSp>
        <p:pic>
          <p:nvPicPr>
            <p:cNvPr id="42" name="图片 41" descr="图片包含 徽标&#10;&#10;AI 生成的内容可能不正确。">
              <a:extLst>
                <a:ext uri="{FF2B5EF4-FFF2-40B4-BE49-F238E27FC236}">
                  <a16:creationId xmlns:a16="http://schemas.microsoft.com/office/drawing/2014/main" id="{987C06C2-089E-86B1-E853-AC3C5F131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2479" y="3114040"/>
              <a:ext cx="944877" cy="6299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6462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7</Words>
  <Application>Microsoft Office PowerPoint</Application>
  <PresentationFormat>宽屏</PresentationFormat>
  <Paragraphs>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遍黑体P1</vt:lpstr>
      <vt:lpstr>等线</vt:lpstr>
      <vt:lpstr>等线 Light</vt:lpstr>
      <vt:lpstr>思源黑体 CN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2</cp:revision>
  <dcterms:created xsi:type="dcterms:W3CDTF">2025-12-02T17:25:30Z</dcterms:created>
  <dcterms:modified xsi:type="dcterms:W3CDTF">2025-12-03T03:56:09Z</dcterms:modified>
</cp:coreProperties>
</file>